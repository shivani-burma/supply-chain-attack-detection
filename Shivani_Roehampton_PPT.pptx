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300" r:id="rId3"/>
    <p:sldId id="294" r:id="rId4"/>
    <p:sldId id="302" r:id="rId5"/>
    <p:sldId id="311" r:id="rId6"/>
    <p:sldId id="303" r:id="rId7"/>
    <p:sldId id="304" r:id="rId8"/>
    <p:sldId id="305" r:id="rId9"/>
    <p:sldId id="306" r:id="rId10"/>
    <p:sldId id="312" r:id="rId11"/>
  </p:sldIdLst>
  <p:sldSz cx="12192000" cy="6858000"/>
  <p:notesSz cx="6858000" cy="9144000"/>
  <p:defaultTextStyle>
    <a:defPPr>
      <a:defRPr lang="en-M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B0007A-D0F8-4BCC-82EB-502BEC196B4B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GB"/>
        </a:p>
      </dgm:t>
    </dgm:pt>
    <dgm:pt modelId="{D7342EDF-E109-4511-9FB3-A5EB51DA9477}">
      <dgm:prSet/>
      <dgm:spPr/>
      <dgm:t>
        <a:bodyPr/>
        <a:lstStyle/>
        <a:p>
          <a:r>
            <a:rPr lang="en-US" b="1"/>
            <a:t>Core Problem</a:t>
          </a:r>
          <a:endParaRPr lang="en-IN"/>
        </a:p>
      </dgm:t>
    </dgm:pt>
    <dgm:pt modelId="{F656BDD5-2D33-4158-ADC0-82A7B35430BA}" type="parTrans" cxnId="{C39C3230-BA20-41A5-9248-E1D2E2AE529B}">
      <dgm:prSet/>
      <dgm:spPr/>
      <dgm:t>
        <a:bodyPr/>
        <a:lstStyle/>
        <a:p>
          <a:endParaRPr lang="en-GB"/>
        </a:p>
      </dgm:t>
    </dgm:pt>
    <dgm:pt modelId="{46942A16-96A0-4982-9DFE-FE461773312D}" type="sibTrans" cxnId="{C39C3230-BA20-41A5-9248-E1D2E2AE529B}">
      <dgm:prSet/>
      <dgm:spPr/>
      <dgm:t>
        <a:bodyPr/>
        <a:lstStyle/>
        <a:p>
          <a:endParaRPr lang="en-GB"/>
        </a:p>
      </dgm:t>
    </dgm:pt>
    <dgm:pt modelId="{8D5CB8C4-649B-4269-95DD-56670B4321B1}">
      <dgm:prSet/>
      <dgm:spPr/>
      <dgm:t>
        <a:bodyPr/>
        <a:lstStyle/>
        <a:p>
          <a:r>
            <a:rPr lang="en-US"/>
            <a:t>Open-source repositories contain millions of packages, making manual verification highly time-consuming and impractical. </a:t>
          </a:r>
          <a:endParaRPr lang="en-IN"/>
        </a:p>
      </dgm:t>
    </dgm:pt>
    <dgm:pt modelId="{51DCAFE9-5774-4AFE-90A6-526BB58D0EF9}" type="parTrans" cxnId="{A7843CC4-30C7-47C4-9123-55CF88C1E669}">
      <dgm:prSet/>
      <dgm:spPr/>
      <dgm:t>
        <a:bodyPr/>
        <a:lstStyle/>
        <a:p>
          <a:endParaRPr lang="en-GB"/>
        </a:p>
      </dgm:t>
    </dgm:pt>
    <dgm:pt modelId="{3FEF140D-C96B-448F-AD87-1A0920A1E39A}" type="sibTrans" cxnId="{A7843CC4-30C7-47C4-9123-55CF88C1E669}">
      <dgm:prSet/>
      <dgm:spPr/>
      <dgm:t>
        <a:bodyPr/>
        <a:lstStyle/>
        <a:p>
          <a:endParaRPr lang="en-GB"/>
        </a:p>
      </dgm:t>
    </dgm:pt>
    <dgm:pt modelId="{6D185FAA-71A4-4A3D-AC41-015576154E05}">
      <dgm:prSet/>
      <dgm:spPr/>
      <dgm:t>
        <a:bodyPr/>
        <a:lstStyle/>
        <a:p>
          <a:r>
            <a:rPr lang="en-US"/>
            <a:t>However, package managers may automatically install malicious packages when attackers exploit dependency resolution mechanisms. </a:t>
          </a:r>
          <a:endParaRPr lang="en-IN"/>
        </a:p>
      </dgm:t>
    </dgm:pt>
    <dgm:pt modelId="{F48C11B8-398C-4A7D-BC33-E79602ACD5A9}" type="parTrans" cxnId="{FAA239A5-F2D8-43FF-9A38-BA8CB1675752}">
      <dgm:prSet/>
      <dgm:spPr/>
      <dgm:t>
        <a:bodyPr/>
        <a:lstStyle/>
        <a:p>
          <a:endParaRPr lang="en-GB"/>
        </a:p>
      </dgm:t>
    </dgm:pt>
    <dgm:pt modelId="{0172863C-167B-4B69-B11D-BF575054A659}" type="sibTrans" cxnId="{FAA239A5-F2D8-43FF-9A38-BA8CB1675752}">
      <dgm:prSet/>
      <dgm:spPr/>
      <dgm:t>
        <a:bodyPr/>
        <a:lstStyle/>
        <a:p>
          <a:endParaRPr lang="en-GB"/>
        </a:p>
      </dgm:t>
    </dgm:pt>
    <dgm:pt modelId="{7F7423AA-B11D-45D7-B1C6-4B4F997F3A36}">
      <dgm:prSet/>
      <dgm:spPr/>
      <dgm:t>
        <a:bodyPr/>
        <a:lstStyle/>
        <a:p>
          <a:r>
            <a:rPr lang="en-US" b="1"/>
            <a:t>Who is Affected?</a:t>
          </a:r>
          <a:endParaRPr lang="en-IN"/>
        </a:p>
      </dgm:t>
    </dgm:pt>
    <dgm:pt modelId="{EBEF34B9-A9BC-496D-9CE8-B59BA411F88F}" type="parTrans" cxnId="{0E68A448-CA60-409A-BD5D-D7854D9D85CA}">
      <dgm:prSet/>
      <dgm:spPr/>
      <dgm:t>
        <a:bodyPr/>
        <a:lstStyle/>
        <a:p>
          <a:endParaRPr lang="en-GB"/>
        </a:p>
      </dgm:t>
    </dgm:pt>
    <dgm:pt modelId="{4B5B6999-F98F-40A8-9E9B-DA18C1845354}" type="sibTrans" cxnId="{0E68A448-CA60-409A-BD5D-D7854D9D85CA}">
      <dgm:prSet/>
      <dgm:spPr/>
      <dgm:t>
        <a:bodyPr/>
        <a:lstStyle/>
        <a:p>
          <a:endParaRPr lang="en-GB"/>
        </a:p>
      </dgm:t>
    </dgm:pt>
    <dgm:pt modelId="{23A8808E-209A-4905-A1B4-39E7CF8D5D14}">
      <dgm:prSet/>
      <dgm:spPr/>
      <dgm:t>
        <a:bodyPr/>
        <a:lstStyle/>
        <a:p>
          <a:r>
            <a:rPr lang="en-US"/>
            <a:t>Software developers may unknowingly integrate malicious dependencies. </a:t>
          </a:r>
          <a:endParaRPr lang="en-IN"/>
        </a:p>
      </dgm:t>
    </dgm:pt>
    <dgm:pt modelId="{421532FB-00F9-4211-B59D-D8A20E92D940}" type="parTrans" cxnId="{F5FAA2C5-C4C5-4F7C-B254-269AAFF91307}">
      <dgm:prSet/>
      <dgm:spPr/>
      <dgm:t>
        <a:bodyPr/>
        <a:lstStyle/>
        <a:p>
          <a:endParaRPr lang="en-GB"/>
        </a:p>
      </dgm:t>
    </dgm:pt>
    <dgm:pt modelId="{A7754458-9EC7-44E6-9748-416D8875FCC3}" type="sibTrans" cxnId="{F5FAA2C5-C4C5-4F7C-B254-269AAFF91307}">
      <dgm:prSet/>
      <dgm:spPr/>
      <dgm:t>
        <a:bodyPr/>
        <a:lstStyle/>
        <a:p>
          <a:endParaRPr lang="en-GB"/>
        </a:p>
      </dgm:t>
    </dgm:pt>
    <dgm:pt modelId="{78AEC24D-0F02-4E9E-A3A4-5A384B3C2566}">
      <dgm:prSet/>
      <dgm:spPr/>
      <dgm:t>
        <a:bodyPr/>
        <a:lstStyle/>
        <a:p>
          <a:r>
            <a:rPr lang="en-US"/>
            <a:t>Organisations face security breaches, service disruption, financial losses and reputational damage. </a:t>
          </a:r>
          <a:endParaRPr lang="en-IN"/>
        </a:p>
      </dgm:t>
    </dgm:pt>
    <dgm:pt modelId="{EDB58DE7-AB44-4625-BF33-D0CE22CF24DD}" type="parTrans" cxnId="{874470B4-5ACC-4A5C-ACB3-CB84152FFF93}">
      <dgm:prSet/>
      <dgm:spPr/>
      <dgm:t>
        <a:bodyPr/>
        <a:lstStyle/>
        <a:p>
          <a:endParaRPr lang="en-GB"/>
        </a:p>
      </dgm:t>
    </dgm:pt>
    <dgm:pt modelId="{8B4F389C-FA1B-407D-93D0-0C8E87DE9352}" type="sibTrans" cxnId="{874470B4-5ACC-4A5C-ACB3-CB84152FFF93}">
      <dgm:prSet/>
      <dgm:spPr/>
      <dgm:t>
        <a:bodyPr/>
        <a:lstStyle/>
        <a:p>
          <a:endParaRPr lang="en-GB"/>
        </a:p>
      </dgm:t>
    </dgm:pt>
    <dgm:pt modelId="{970DC584-E683-45BF-A6FB-99F341F1CDE1}">
      <dgm:prSet/>
      <dgm:spPr/>
      <dgm:t>
        <a:bodyPr/>
        <a:lstStyle/>
        <a:p>
          <a:r>
            <a:rPr lang="en-US"/>
            <a:t>End users may receive compromised software through trusted applications. </a:t>
          </a:r>
          <a:endParaRPr lang="en-IN"/>
        </a:p>
      </dgm:t>
    </dgm:pt>
    <dgm:pt modelId="{F6A2CE97-9222-4A92-BCAA-21DA8B58E3C2}" type="parTrans" cxnId="{B6AAD102-43C1-4255-BAAF-325DC30E7359}">
      <dgm:prSet/>
      <dgm:spPr/>
      <dgm:t>
        <a:bodyPr/>
        <a:lstStyle/>
        <a:p>
          <a:endParaRPr lang="en-GB"/>
        </a:p>
      </dgm:t>
    </dgm:pt>
    <dgm:pt modelId="{B1F8C328-7558-4E5B-84BA-1D036130804A}" type="sibTrans" cxnId="{B6AAD102-43C1-4255-BAAF-325DC30E7359}">
      <dgm:prSet/>
      <dgm:spPr/>
      <dgm:t>
        <a:bodyPr/>
        <a:lstStyle/>
        <a:p>
          <a:endParaRPr lang="en-GB"/>
        </a:p>
      </dgm:t>
    </dgm:pt>
    <dgm:pt modelId="{AF5B4608-AD4B-48D8-BC90-4BDA91E7B22D}">
      <dgm:prSet/>
      <dgm:spPr/>
      <dgm:t>
        <a:bodyPr/>
        <a:lstStyle/>
        <a:p>
          <a:r>
            <a:rPr lang="en-US" b="1"/>
            <a:t>Research Challenge</a:t>
          </a:r>
          <a:endParaRPr lang="en-IN"/>
        </a:p>
      </dgm:t>
    </dgm:pt>
    <dgm:pt modelId="{D3A839C1-5C6F-4226-A3AD-E18A30991CD0}" type="parTrans" cxnId="{7348D6C2-817E-4164-9496-FFD6AF116D8E}">
      <dgm:prSet/>
      <dgm:spPr/>
      <dgm:t>
        <a:bodyPr/>
        <a:lstStyle/>
        <a:p>
          <a:endParaRPr lang="en-GB"/>
        </a:p>
      </dgm:t>
    </dgm:pt>
    <dgm:pt modelId="{49BB5A98-8CD1-4145-AEC5-AE6039A7AD39}" type="sibTrans" cxnId="{7348D6C2-817E-4164-9496-FFD6AF116D8E}">
      <dgm:prSet/>
      <dgm:spPr/>
      <dgm:t>
        <a:bodyPr/>
        <a:lstStyle/>
        <a:p>
          <a:endParaRPr lang="en-GB"/>
        </a:p>
      </dgm:t>
    </dgm:pt>
    <dgm:pt modelId="{5D4DC064-19C8-4140-9836-6AA7A9B7055B}">
      <dgm:prSet/>
      <dgm:spPr/>
      <dgm:t>
        <a:bodyPr/>
        <a:lstStyle/>
        <a:p>
          <a:r>
            <a:rPr lang="en-US"/>
            <a:t>Existing approaches focus heavily on known malware and vulnerability detection. </a:t>
          </a:r>
          <a:endParaRPr lang="en-IN"/>
        </a:p>
      </dgm:t>
    </dgm:pt>
    <dgm:pt modelId="{A695862D-559D-46DD-A279-A7C04B94241E}" type="parTrans" cxnId="{E76DEEE0-BFA4-43A2-B32E-097286FAAFC4}">
      <dgm:prSet/>
      <dgm:spPr/>
      <dgm:t>
        <a:bodyPr/>
        <a:lstStyle/>
        <a:p>
          <a:endParaRPr lang="en-GB"/>
        </a:p>
      </dgm:t>
    </dgm:pt>
    <dgm:pt modelId="{5E3ACA6E-840E-4E7E-B797-58C51747261A}" type="sibTrans" cxnId="{E76DEEE0-BFA4-43A2-B32E-097286FAAFC4}">
      <dgm:prSet/>
      <dgm:spPr/>
      <dgm:t>
        <a:bodyPr/>
        <a:lstStyle/>
        <a:p>
          <a:endParaRPr lang="en-GB"/>
        </a:p>
      </dgm:t>
    </dgm:pt>
    <dgm:pt modelId="{0027F30E-BF03-4035-A71B-7E007C4AD3D3}">
      <dgm:prSet/>
      <dgm:spPr/>
      <dgm:t>
        <a:bodyPr/>
        <a:lstStyle/>
        <a:p>
          <a:r>
            <a:rPr lang="en-US"/>
            <a:t>There is a lack of effective methods for identifying suspicious packages before execution. </a:t>
          </a:r>
          <a:endParaRPr lang="en-IN"/>
        </a:p>
      </dgm:t>
    </dgm:pt>
    <dgm:pt modelId="{AF22F25A-5BDB-496D-A399-D1BD05295783}" type="parTrans" cxnId="{026257EF-83C9-4AD0-80DD-1BC74C954431}">
      <dgm:prSet/>
      <dgm:spPr/>
      <dgm:t>
        <a:bodyPr/>
        <a:lstStyle/>
        <a:p>
          <a:endParaRPr lang="en-GB"/>
        </a:p>
      </dgm:t>
    </dgm:pt>
    <dgm:pt modelId="{9ACF47F5-8DD7-4772-BD18-0CDAA969A5D1}" type="sibTrans" cxnId="{026257EF-83C9-4AD0-80DD-1BC74C954431}">
      <dgm:prSet/>
      <dgm:spPr/>
      <dgm:t>
        <a:bodyPr/>
        <a:lstStyle/>
        <a:p>
          <a:endParaRPr lang="en-GB"/>
        </a:p>
      </dgm:t>
    </dgm:pt>
    <dgm:pt modelId="{4DF06138-7FA3-4721-9BB8-030EBDF896B9}">
      <dgm:prSet/>
      <dgm:spPr/>
      <dgm:t>
        <a:bodyPr/>
        <a:lstStyle/>
        <a:p>
          <a:r>
            <a:rPr lang="en-US" b="1"/>
            <a:t>Importance</a:t>
          </a:r>
          <a:endParaRPr lang="en-IN"/>
        </a:p>
      </dgm:t>
    </dgm:pt>
    <dgm:pt modelId="{AAAD0288-C90E-4D9D-8131-9D7D6FA2ED65}" type="parTrans" cxnId="{8554E9EF-3624-4F3E-B45B-549B5C534282}">
      <dgm:prSet/>
      <dgm:spPr/>
      <dgm:t>
        <a:bodyPr/>
        <a:lstStyle/>
        <a:p>
          <a:endParaRPr lang="en-GB"/>
        </a:p>
      </dgm:t>
    </dgm:pt>
    <dgm:pt modelId="{0759403B-C284-4020-86C5-8EF9E8AA9360}" type="sibTrans" cxnId="{8554E9EF-3624-4F3E-B45B-549B5C534282}">
      <dgm:prSet/>
      <dgm:spPr/>
      <dgm:t>
        <a:bodyPr/>
        <a:lstStyle/>
        <a:p>
          <a:endParaRPr lang="en-GB"/>
        </a:p>
      </dgm:t>
    </dgm:pt>
    <dgm:pt modelId="{9BBC240B-6FB6-4256-8445-DCEB9742D843}">
      <dgm:prSet/>
      <dgm:spPr/>
      <dgm:t>
        <a:bodyPr/>
        <a:lstStyle/>
        <a:p>
          <a:r>
            <a:rPr lang="en-US"/>
            <a:t>Early detection can reduce software supply chain risks and strengthen trust within open-source ecosystems.</a:t>
          </a:r>
          <a:endParaRPr lang="en-IN"/>
        </a:p>
      </dgm:t>
    </dgm:pt>
    <dgm:pt modelId="{F3A9E1CF-3E88-4C9A-9B9D-4402A216E3BB}" type="parTrans" cxnId="{9262604E-8FFA-4C61-9552-A661EE511894}">
      <dgm:prSet/>
      <dgm:spPr/>
      <dgm:t>
        <a:bodyPr/>
        <a:lstStyle/>
        <a:p>
          <a:endParaRPr lang="en-GB"/>
        </a:p>
      </dgm:t>
    </dgm:pt>
    <dgm:pt modelId="{5A0B6733-3337-4E35-B3DA-B7B8E4F66B80}" type="sibTrans" cxnId="{9262604E-8FFA-4C61-9552-A661EE511894}">
      <dgm:prSet/>
      <dgm:spPr/>
      <dgm:t>
        <a:bodyPr/>
        <a:lstStyle/>
        <a:p>
          <a:endParaRPr lang="en-GB"/>
        </a:p>
      </dgm:t>
    </dgm:pt>
    <dgm:pt modelId="{F0315F2D-E769-4D86-8F94-257A33FC6044}" type="pres">
      <dgm:prSet presAssocID="{79B0007A-D0F8-4BCC-82EB-502BEC196B4B}" presName="linear" presStyleCnt="0">
        <dgm:presLayoutVars>
          <dgm:dir/>
          <dgm:animLvl val="lvl"/>
          <dgm:resizeHandles val="exact"/>
        </dgm:presLayoutVars>
      </dgm:prSet>
      <dgm:spPr/>
    </dgm:pt>
    <dgm:pt modelId="{DCE44253-ED9A-4195-B164-214EFD80DF41}" type="pres">
      <dgm:prSet presAssocID="{D7342EDF-E109-4511-9FB3-A5EB51DA9477}" presName="parentLin" presStyleCnt="0"/>
      <dgm:spPr/>
    </dgm:pt>
    <dgm:pt modelId="{32E1BDED-5687-4D41-A0D4-F226E13D5C4B}" type="pres">
      <dgm:prSet presAssocID="{D7342EDF-E109-4511-9FB3-A5EB51DA9477}" presName="parentLeftMargin" presStyleLbl="node1" presStyleIdx="0" presStyleCnt="4"/>
      <dgm:spPr/>
    </dgm:pt>
    <dgm:pt modelId="{E0813E24-E0F7-4A1C-A2EF-3B17BFDEC107}" type="pres">
      <dgm:prSet presAssocID="{D7342EDF-E109-4511-9FB3-A5EB51DA947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C56B8F7-BD2C-4BF1-9C4B-397C685119BC}" type="pres">
      <dgm:prSet presAssocID="{D7342EDF-E109-4511-9FB3-A5EB51DA9477}" presName="negativeSpace" presStyleCnt="0"/>
      <dgm:spPr/>
    </dgm:pt>
    <dgm:pt modelId="{44141E75-77D3-43B7-A122-A53224474CB2}" type="pres">
      <dgm:prSet presAssocID="{D7342EDF-E109-4511-9FB3-A5EB51DA9477}" presName="childText" presStyleLbl="conFgAcc1" presStyleIdx="0" presStyleCnt="4">
        <dgm:presLayoutVars>
          <dgm:bulletEnabled val="1"/>
        </dgm:presLayoutVars>
      </dgm:prSet>
      <dgm:spPr/>
    </dgm:pt>
    <dgm:pt modelId="{7E19D246-B81E-4C3D-B894-90A94B421939}" type="pres">
      <dgm:prSet presAssocID="{46942A16-96A0-4982-9DFE-FE461773312D}" presName="spaceBetweenRectangles" presStyleCnt="0"/>
      <dgm:spPr/>
    </dgm:pt>
    <dgm:pt modelId="{743C3EB9-A625-4097-B1B2-AEB12A0183C8}" type="pres">
      <dgm:prSet presAssocID="{7F7423AA-B11D-45D7-B1C6-4B4F997F3A36}" presName="parentLin" presStyleCnt="0"/>
      <dgm:spPr/>
    </dgm:pt>
    <dgm:pt modelId="{53FB09E6-5A10-42C7-8986-5F2769FB5AE1}" type="pres">
      <dgm:prSet presAssocID="{7F7423AA-B11D-45D7-B1C6-4B4F997F3A36}" presName="parentLeftMargin" presStyleLbl="node1" presStyleIdx="0" presStyleCnt="4"/>
      <dgm:spPr/>
    </dgm:pt>
    <dgm:pt modelId="{6EAD07CD-DA7E-4284-A1F1-2FAB2FB7F906}" type="pres">
      <dgm:prSet presAssocID="{7F7423AA-B11D-45D7-B1C6-4B4F997F3A3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FF9F1E7-B6A1-4F46-95F5-2F98BD4167DD}" type="pres">
      <dgm:prSet presAssocID="{7F7423AA-B11D-45D7-B1C6-4B4F997F3A36}" presName="negativeSpace" presStyleCnt="0"/>
      <dgm:spPr/>
    </dgm:pt>
    <dgm:pt modelId="{53859A9D-5CDB-4416-A604-730E014295CA}" type="pres">
      <dgm:prSet presAssocID="{7F7423AA-B11D-45D7-B1C6-4B4F997F3A36}" presName="childText" presStyleLbl="conFgAcc1" presStyleIdx="1" presStyleCnt="4">
        <dgm:presLayoutVars>
          <dgm:bulletEnabled val="1"/>
        </dgm:presLayoutVars>
      </dgm:prSet>
      <dgm:spPr/>
    </dgm:pt>
    <dgm:pt modelId="{855AE875-D9B1-404C-A6D5-59E2CD610A4B}" type="pres">
      <dgm:prSet presAssocID="{4B5B6999-F98F-40A8-9E9B-DA18C1845354}" presName="spaceBetweenRectangles" presStyleCnt="0"/>
      <dgm:spPr/>
    </dgm:pt>
    <dgm:pt modelId="{9D681C29-C63C-4B0D-B19B-15981E61A8F9}" type="pres">
      <dgm:prSet presAssocID="{AF5B4608-AD4B-48D8-BC90-4BDA91E7B22D}" presName="parentLin" presStyleCnt="0"/>
      <dgm:spPr/>
    </dgm:pt>
    <dgm:pt modelId="{C935A641-6C74-48C6-8172-CDECD95EE41E}" type="pres">
      <dgm:prSet presAssocID="{AF5B4608-AD4B-48D8-BC90-4BDA91E7B22D}" presName="parentLeftMargin" presStyleLbl="node1" presStyleIdx="1" presStyleCnt="4"/>
      <dgm:spPr/>
    </dgm:pt>
    <dgm:pt modelId="{37B805D0-6F4C-4B63-9DF2-84C7AC070514}" type="pres">
      <dgm:prSet presAssocID="{AF5B4608-AD4B-48D8-BC90-4BDA91E7B22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636931E-A333-41E0-9C01-140C891965DB}" type="pres">
      <dgm:prSet presAssocID="{AF5B4608-AD4B-48D8-BC90-4BDA91E7B22D}" presName="negativeSpace" presStyleCnt="0"/>
      <dgm:spPr/>
    </dgm:pt>
    <dgm:pt modelId="{DD998369-4F73-48B1-885C-0F5A7ED15C9F}" type="pres">
      <dgm:prSet presAssocID="{AF5B4608-AD4B-48D8-BC90-4BDA91E7B22D}" presName="childText" presStyleLbl="conFgAcc1" presStyleIdx="2" presStyleCnt="4">
        <dgm:presLayoutVars>
          <dgm:bulletEnabled val="1"/>
        </dgm:presLayoutVars>
      </dgm:prSet>
      <dgm:spPr/>
    </dgm:pt>
    <dgm:pt modelId="{F731536C-E043-4173-8121-5CACEDF89CA3}" type="pres">
      <dgm:prSet presAssocID="{49BB5A98-8CD1-4145-AEC5-AE6039A7AD39}" presName="spaceBetweenRectangles" presStyleCnt="0"/>
      <dgm:spPr/>
    </dgm:pt>
    <dgm:pt modelId="{A8CC8474-CAB1-4A28-9712-5A7EF7E7E979}" type="pres">
      <dgm:prSet presAssocID="{4DF06138-7FA3-4721-9BB8-030EBDF896B9}" presName="parentLin" presStyleCnt="0"/>
      <dgm:spPr/>
    </dgm:pt>
    <dgm:pt modelId="{101A19AF-69B3-431A-B70A-7A6C9FC47E60}" type="pres">
      <dgm:prSet presAssocID="{4DF06138-7FA3-4721-9BB8-030EBDF896B9}" presName="parentLeftMargin" presStyleLbl="node1" presStyleIdx="2" presStyleCnt="4"/>
      <dgm:spPr/>
    </dgm:pt>
    <dgm:pt modelId="{4BAD03A4-C884-498B-8A59-1AEF6D0F2B83}" type="pres">
      <dgm:prSet presAssocID="{4DF06138-7FA3-4721-9BB8-030EBDF896B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EF73F2BF-D5A0-4F10-829F-19F793DEA121}" type="pres">
      <dgm:prSet presAssocID="{4DF06138-7FA3-4721-9BB8-030EBDF896B9}" presName="negativeSpace" presStyleCnt="0"/>
      <dgm:spPr/>
    </dgm:pt>
    <dgm:pt modelId="{F8FEC153-1A71-4679-B9C1-8B990C01768D}" type="pres">
      <dgm:prSet presAssocID="{4DF06138-7FA3-4721-9BB8-030EBDF896B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B6AAD102-43C1-4255-BAAF-325DC30E7359}" srcId="{7F7423AA-B11D-45D7-B1C6-4B4F997F3A36}" destId="{970DC584-E683-45BF-A6FB-99F341F1CDE1}" srcOrd="2" destOrd="0" parTransId="{F6A2CE97-9222-4A92-BCAA-21DA8B58E3C2}" sibTransId="{B1F8C328-7558-4E5B-84BA-1D036130804A}"/>
    <dgm:cxn modelId="{0EB3A006-DBE5-4914-83DC-A18883D522D2}" type="presOf" srcId="{5D4DC064-19C8-4140-9836-6AA7A9B7055B}" destId="{DD998369-4F73-48B1-885C-0F5A7ED15C9F}" srcOrd="0" destOrd="0" presId="urn:microsoft.com/office/officeart/2005/8/layout/list1"/>
    <dgm:cxn modelId="{4CC3A613-76AD-4D16-B553-F0E1CACA7B94}" type="presOf" srcId="{23A8808E-209A-4905-A1B4-39E7CF8D5D14}" destId="{53859A9D-5CDB-4416-A604-730E014295CA}" srcOrd="0" destOrd="0" presId="urn:microsoft.com/office/officeart/2005/8/layout/list1"/>
    <dgm:cxn modelId="{2A2DC213-6C00-4C23-91C6-B220AC038B90}" type="presOf" srcId="{4DF06138-7FA3-4721-9BB8-030EBDF896B9}" destId="{4BAD03A4-C884-498B-8A59-1AEF6D0F2B83}" srcOrd="1" destOrd="0" presId="urn:microsoft.com/office/officeart/2005/8/layout/list1"/>
    <dgm:cxn modelId="{3E705425-6B59-4285-BAF4-1AB190B73260}" type="presOf" srcId="{D7342EDF-E109-4511-9FB3-A5EB51DA9477}" destId="{E0813E24-E0F7-4A1C-A2EF-3B17BFDEC107}" srcOrd="1" destOrd="0" presId="urn:microsoft.com/office/officeart/2005/8/layout/list1"/>
    <dgm:cxn modelId="{C39C3230-BA20-41A5-9248-E1D2E2AE529B}" srcId="{79B0007A-D0F8-4BCC-82EB-502BEC196B4B}" destId="{D7342EDF-E109-4511-9FB3-A5EB51DA9477}" srcOrd="0" destOrd="0" parTransId="{F656BDD5-2D33-4158-ADC0-82A7B35430BA}" sibTransId="{46942A16-96A0-4982-9DFE-FE461773312D}"/>
    <dgm:cxn modelId="{1C179A30-5D03-4249-B940-DBB01FFDF30F}" type="presOf" srcId="{7F7423AA-B11D-45D7-B1C6-4B4F997F3A36}" destId="{53FB09E6-5A10-42C7-8986-5F2769FB5AE1}" srcOrd="0" destOrd="0" presId="urn:microsoft.com/office/officeart/2005/8/layout/list1"/>
    <dgm:cxn modelId="{2C209D3C-0DE5-4E03-A84B-006671EAC628}" type="presOf" srcId="{D7342EDF-E109-4511-9FB3-A5EB51DA9477}" destId="{32E1BDED-5687-4D41-A0D4-F226E13D5C4B}" srcOrd="0" destOrd="0" presId="urn:microsoft.com/office/officeart/2005/8/layout/list1"/>
    <dgm:cxn modelId="{0E68A448-CA60-409A-BD5D-D7854D9D85CA}" srcId="{79B0007A-D0F8-4BCC-82EB-502BEC196B4B}" destId="{7F7423AA-B11D-45D7-B1C6-4B4F997F3A36}" srcOrd="1" destOrd="0" parTransId="{EBEF34B9-A9BC-496D-9CE8-B59BA411F88F}" sibTransId="{4B5B6999-F98F-40A8-9E9B-DA18C1845354}"/>
    <dgm:cxn modelId="{F7B45769-3C25-45DC-B781-827B7AC84F15}" type="presOf" srcId="{970DC584-E683-45BF-A6FB-99F341F1CDE1}" destId="{53859A9D-5CDB-4416-A604-730E014295CA}" srcOrd="0" destOrd="2" presId="urn:microsoft.com/office/officeart/2005/8/layout/list1"/>
    <dgm:cxn modelId="{C77DFB49-EBFD-4CDD-8868-267626FA32E9}" type="presOf" srcId="{7F7423AA-B11D-45D7-B1C6-4B4F997F3A36}" destId="{6EAD07CD-DA7E-4284-A1F1-2FAB2FB7F906}" srcOrd="1" destOrd="0" presId="urn:microsoft.com/office/officeart/2005/8/layout/list1"/>
    <dgm:cxn modelId="{AB14A34D-301A-42CF-8036-C8AD43C90197}" type="presOf" srcId="{6D185FAA-71A4-4A3D-AC41-015576154E05}" destId="{44141E75-77D3-43B7-A122-A53224474CB2}" srcOrd="0" destOrd="1" presId="urn:microsoft.com/office/officeart/2005/8/layout/list1"/>
    <dgm:cxn modelId="{9262604E-8FFA-4C61-9552-A661EE511894}" srcId="{4DF06138-7FA3-4721-9BB8-030EBDF896B9}" destId="{9BBC240B-6FB6-4256-8445-DCEB9742D843}" srcOrd="0" destOrd="0" parTransId="{F3A9E1CF-3E88-4C9A-9B9D-4402A216E3BB}" sibTransId="{5A0B6733-3337-4E35-B3DA-B7B8E4F66B80}"/>
    <dgm:cxn modelId="{C9D94152-5F5F-496F-A720-7F4599970A58}" type="presOf" srcId="{79B0007A-D0F8-4BCC-82EB-502BEC196B4B}" destId="{F0315F2D-E769-4D86-8F94-257A33FC6044}" srcOrd="0" destOrd="0" presId="urn:microsoft.com/office/officeart/2005/8/layout/list1"/>
    <dgm:cxn modelId="{78A98D77-055A-49C2-B990-501AE30BE872}" type="presOf" srcId="{AF5B4608-AD4B-48D8-BC90-4BDA91E7B22D}" destId="{C935A641-6C74-48C6-8172-CDECD95EE41E}" srcOrd="0" destOrd="0" presId="urn:microsoft.com/office/officeart/2005/8/layout/list1"/>
    <dgm:cxn modelId="{4074A68E-350B-4E57-9202-EE2BBE044470}" type="presOf" srcId="{0027F30E-BF03-4035-A71B-7E007C4AD3D3}" destId="{DD998369-4F73-48B1-885C-0F5A7ED15C9F}" srcOrd="0" destOrd="1" presId="urn:microsoft.com/office/officeart/2005/8/layout/list1"/>
    <dgm:cxn modelId="{1EE905A5-C26F-4185-8875-70B7EF0226A1}" type="presOf" srcId="{AF5B4608-AD4B-48D8-BC90-4BDA91E7B22D}" destId="{37B805D0-6F4C-4B63-9DF2-84C7AC070514}" srcOrd="1" destOrd="0" presId="urn:microsoft.com/office/officeart/2005/8/layout/list1"/>
    <dgm:cxn modelId="{CE9006A5-5058-47E5-AA29-23D8775A7515}" type="presOf" srcId="{4DF06138-7FA3-4721-9BB8-030EBDF896B9}" destId="{101A19AF-69B3-431A-B70A-7A6C9FC47E60}" srcOrd="0" destOrd="0" presId="urn:microsoft.com/office/officeart/2005/8/layout/list1"/>
    <dgm:cxn modelId="{FAA239A5-F2D8-43FF-9A38-BA8CB1675752}" srcId="{D7342EDF-E109-4511-9FB3-A5EB51DA9477}" destId="{6D185FAA-71A4-4A3D-AC41-015576154E05}" srcOrd="1" destOrd="0" parTransId="{F48C11B8-398C-4A7D-BC33-E79602ACD5A9}" sibTransId="{0172863C-167B-4B69-B11D-BF575054A659}"/>
    <dgm:cxn modelId="{874470B4-5ACC-4A5C-ACB3-CB84152FFF93}" srcId="{7F7423AA-B11D-45D7-B1C6-4B4F997F3A36}" destId="{78AEC24D-0F02-4E9E-A3A4-5A384B3C2566}" srcOrd="1" destOrd="0" parTransId="{EDB58DE7-AB44-4625-BF33-D0CE22CF24DD}" sibTransId="{8B4F389C-FA1B-407D-93D0-0C8E87DE9352}"/>
    <dgm:cxn modelId="{710059C1-7178-4346-9F87-C57AC07E8BE6}" type="presOf" srcId="{9BBC240B-6FB6-4256-8445-DCEB9742D843}" destId="{F8FEC153-1A71-4679-B9C1-8B990C01768D}" srcOrd="0" destOrd="0" presId="urn:microsoft.com/office/officeart/2005/8/layout/list1"/>
    <dgm:cxn modelId="{7348D6C2-817E-4164-9496-FFD6AF116D8E}" srcId="{79B0007A-D0F8-4BCC-82EB-502BEC196B4B}" destId="{AF5B4608-AD4B-48D8-BC90-4BDA91E7B22D}" srcOrd="2" destOrd="0" parTransId="{D3A839C1-5C6F-4226-A3AD-E18A30991CD0}" sibTransId="{49BB5A98-8CD1-4145-AEC5-AE6039A7AD39}"/>
    <dgm:cxn modelId="{A7843CC4-30C7-47C4-9123-55CF88C1E669}" srcId="{D7342EDF-E109-4511-9FB3-A5EB51DA9477}" destId="{8D5CB8C4-649B-4269-95DD-56670B4321B1}" srcOrd="0" destOrd="0" parTransId="{51DCAFE9-5774-4AFE-90A6-526BB58D0EF9}" sibTransId="{3FEF140D-C96B-448F-AD87-1A0920A1E39A}"/>
    <dgm:cxn modelId="{F5FAA2C5-C4C5-4F7C-B254-269AAFF91307}" srcId="{7F7423AA-B11D-45D7-B1C6-4B4F997F3A36}" destId="{23A8808E-209A-4905-A1B4-39E7CF8D5D14}" srcOrd="0" destOrd="0" parTransId="{421532FB-00F9-4211-B59D-D8A20E92D940}" sibTransId="{A7754458-9EC7-44E6-9748-416D8875FCC3}"/>
    <dgm:cxn modelId="{2DF72ED4-4B27-4513-8014-7D798434785B}" type="presOf" srcId="{8D5CB8C4-649B-4269-95DD-56670B4321B1}" destId="{44141E75-77D3-43B7-A122-A53224474CB2}" srcOrd="0" destOrd="0" presId="urn:microsoft.com/office/officeart/2005/8/layout/list1"/>
    <dgm:cxn modelId="{E76DEEE0-BFA4-43A2-B32E-097286FAAFC4}" srcId="{AF5B4608-AD4B-48D8-BC90-4BDA91E7B22D}" destId="{5D4DC064-19C8-4140-9836-6AA7A9B7055B}" srcOrd="0" destOrd="0" parTransId="{A695862D-559D-46DD-A279-A7C04B94241E}" sibTransId="{5E3ACA6E-840E-4E7E-B797-58C51747261A}"/>
    <dgm:cxn modelId="{05EF22EB-4E85-4DF8-9020-AF56EF0C678C}" type="presOf" srcId="{78AEC24D-0F02-4E9E-A3A4-5A384B3C2566}" destId="{53859A9D-5CDB-4416-A604-730E014295CA}" srcOrd="0" destOrd="1" presId="urn:microsoft.com/office/officeart/2005/8/layout/list1"/>
    <dgm:cxn modelId="{026257EF-83C9-4AD0-80DD-1BC74C954431}" srcId="{AF5B4608-AD4B-48D8-BC90-4BDA91E7B22D}" destId="{0027F30E-BF03-4035-A71B-7E007C4AD3D3}" srcOrd="1" destOrd="0" parTransId="{AF22F25A-5BDB-496D-A399-D1BD05295783}" sibTransId="{9ACF47F5-8DD7-4772-BD18-0CDAA969A5D1}"/>
    <dgm:cxn modelId="{8554E9EF-3624-4F3E-B45B-549B5C534282}" srcId="{79B0007A-D0F8-4BCC-82EB-502BEC196B4B}" destId="{4DF06138-7FA3-4721-9BB8-030EBDF896B9}" srcOrd="3" destOrd="0" parTransId="{AAAD0288-C90E-4D9D-8131-9D7D6FA2ED65}" sibTransId="{0759403B-C284-4020-86C5-8EF9E8AA9360}"/>
    <dgm:cxn modelId="{5BF2A51C-834E-4742-8EDB-37059437190B}" type="presParOf" srcId="{F0315F2D-E769-4D86-8F94-257A33FC6044}" destId="{DCE44253-ED9A-4195-B164-214EFD80DF41}" srcOrd="0" destOrd="0" presId="urn:microsoft.com/office/officeart/2005/8/layout/list1"/>
    <dgm:cxn modelId="{FFAAF211-4B47-4C77-B864-64DC0FC7337F}" type="presParOf" srcId="{DCE44253-ED9A-4195-B164-214EFD80DF41}" destId="{32E1BDED-5687-4D41-A0D4-F226E13D5C4B}" srcOrd="0" destOrd="0" presId="urn:microsoft.com/office/officeart/2005/8/layout/list1"/>
    <dgm:cxn modelId="{4758E99C-6A1B-4C1E-8E61-94CA888B2816}" type="presParOf" srcId="{DCE44253-ED9A-4195-B164-214EFD80DF41}" destId="{E0813E24-E0F7-4A1C-A2EF-3B17BFDEC107}" srcOrd="1" destOrd="0" presId="urn:microsoft.com/office/officeart/2005/8/layout/list1"/>
    <dgm:cxn modelId="{21319D57-9897-4039-BBF4-7CF08F61FC86}" type="presParOf" srcId="{F0315F2D-E769-4D86-8F94-257A33FC6044}" destId="{6C56B8F7-BD2C-4BF1-9C4B-397C685119BC}" srcOrd="1" destOrd="0" presId="urn:microsoft.com/office/officeart/2005/8/layout/list1"/>
    <dgm:cxn modelId="{0EA83E90-9BB8-44E1-951D-50535BB43840}" type="presParOf" srcId="{F0315F2D-E769-4D86-8F94-257A33FC6044}" destId="{44141E75-77D3-43B7-A122-A53224474CB2}" srcOrd="2" destOrd="0" presId="urn:microsoft.com/office/officeart/2005/8/layout/list1"/>
    <dgm:cxn modelId="{ED5BC70F-1207-4105-9068-4F12ED4CF2CA}" type="presParOf" srcId="{F0315F2D-E769-4D86-8F94-257A33FC6044}" destId="{7E19D246-B81E-4C3D-B894-90A94B421939}" srcOrd="3" destOrd="0" presId="urn:microsoft.com/office/officeart/2005/8/layout/list1"/>
    <dgm:cxn modelId="{6AE06942-9CF6-4FF0-8AC7-357CBEBFC9A1}" type="presParOf" srcId="{F0315F2D-E769-4D86-8F94-257A33FC6044}" destId="{743C3EB9-A625-4097-B1B2-AEB12A0183C8}" srcOrd="4" destOrd="0" presId="urn:microsoft.com/office/officeart/2005/8/layout/list1"/>
    <dgm:cxn modelId="{D9C4284B-514C-4E80-BBA9-DFC40695C276}" type="presParOf" srcId="{743C3EB9-A625-4097-B1B2-AEB12A0183C8}" destId="{53FB09E6-5A10-42C7-8986-5F2769FB5AE1}" srcOrd="0" destOrd="0" presId="urn:microsoft.com/office/officeart/2005/8/layout/list1"/>
    <dgm:cxn modelId="{AE59F5DB-7EF2-44CE-9A0E-3EE21EE23C1F}" type="presParOf" srcId="{743C3EB9-A625-4097-B1B2-AEB12A0183C8}" destId="{6EAD07CD-DA7E-4284-A1F1-2FAB2FB7F906}" srcOrd="1" destOrd="0" presId="urn:microsoft.com/office/officeart/2005/8/layout/list1"/>
    <dgm:cxn modelId="{C4E1B595-43F8-492A-B2A2-DD57ABECCA35}" type="presParOf" srcId="{F0315F2D-E769-4D86-8F94-257A33FC6044}" destId="{5FF9F1E7-B6A1-4F46-95F5-2F98BD4167DD}" srcOrd="5" destOrd="0" presId="urn:microsoft.com/office/officeart/2005/8/layout/list1"/>
    <dgm:cxn modelId="{5C6C2335-98BD-445F-A3B8-C977C55A0742}" type="presParOf" srcId="{F0315F2D-E769-4D86-8F94-257A33FC6044}" destId="{53859A9D-5CDB-4416-A604-730E014295CA}" srcOrd="6" destOrd="0" presId="urn:microsoft.com/office/officeart/2005/8/layout/list1"/>
    <dgm:cxn modelId="{D7819621-98C8-415C-BD90-43C118C076F9}" type="presParOf" srcId="{F0315F2D-E769-4D86-8F94-257A33FC6044}" destId="{855AE875-D9B1-404C-A6D5-59E2CD610A4B}" srcOrd="7" destOrd="0" presId="urn:microsoft.com/office/officeart/2005/8/layout/list1"/>
    <dgm:cxn modelId="{1F7B7C8F-9074-48F4-A709-8225FF111F9E}" type="presParOf" srcId="{F0315F2D-E769-4D86-8F94-257A33FC6044}" destId="{9D681C29-C63C-4B0D-B19B-15981E61A8F9}" srcOrd="8" destOrd="0" presId="urn:microsoft.com/office/officeart/2005/8/layout/list1"/>
    <dgm:cxn modelId="{A048ED60-E87F-43EC-BAA5-2BCB73D5D7C3}" type="presParOf" srcId="{9D681C29-C63C-4B0D-B19B-15981E61A8F9}" destId="{C935A641-6C74-48C6-8172-CDECD95EE41E}" srcOrd="0" destOrd="0" presId="urn:microsoft.com/office/officeart/2005/8/layout/list1"/>
    <dgm:cxn modelId="{2F27CFDC-4895-42AF-8A29-189B35C3FC35}" type="presParOf" srcId="{9D681C29-C63C-4B0D-B19B-15981E61A8F9}" destId="{37B805D0-6F4C-4B63-9DF2-84C7AC070514}" srcOrd="1" destOrd="0" presId="urn:microsoft.com/office/officeart/2005/8/layout/list1"/>
    <dgm:cxn modelId="{72489DF4-A66E-4864-A2C6-C1B761B962B7}" type="presParOf" srcId="{F0315F2D-E769-4D86-8F94-257A33FC6044}" destId="{7636931E-A333-41E0-9C01-140C891965DB}" srcOrd="9" destOrd="0" presId="urn:microsoft.com/office/officeart/2005/8/layout/list1"/>
    <dgm:cxn modelId="{6CFB71E7-035A-4A47-B5D4-5EB3B791BA0C}" type="presParOf" srcId="{F0315F2D-E769-4D86-8F94-257A33FC6044}" destId="{DD998369-4F73-48B1-885C-0F5A7ED15C9F}" srcOrd="10" destOrd="0" presId="urn:microsoft.com/office/officeart/2005/8/layout/list1"/>
    <dgm:cxn modelId="{04F49C23-4C48-4D0B-B3AF-D5B1028AD13D}" type="presParOf" srcId="{F0315F2D-E769-4D86-8F94-257A33FC6044}" destId="{F731536C-E043-4173-8121-5CACEDF89CA3}" srcOrd="11" destOrd="0" presId="urn:microsoft.com/office/officeart/2005/8/layout/list1"/>
    <dgm:cxn modelId="{A3F1CF05-2235-47E8-AA5D-AF5CD56287A3}" type="presParOf" srcId="{F0315F2D-E769-4D86-8F94-257A33FC6044}" destId="{A8CC8474-CAB1-4A28-9712-5A7EF7E7E979}" srcOrd="12" destOrd="0" presId="urn:microsoft.com/office/officeart/2005/8/layout/list1"/>
    <dgm:cxn modelId="{6E0F6D62-8CE2-488A-8EB9-8402586FA774}" type="presParOf" srcId="{A8CC8474-CAB1-4A28-9712-5A7EF7E7E979}" destId="{101A19AF-69B3-431A-B70A-7A6C9FC47E60}" srcOrd="0" destOrd="0" presId="urn:microsoft.com/office/officeart/2005/8/layout/list1"/>
    <dgm:cxn modelId="{94134D6D-8501-42C2-B58C-F4C46F6E731E}" type="presParOf" srcId="{A8CC8474-CAB1-4A28-9712-5A7EF7E7E979}" destId="{4BAD03A4-C884-498B-8A59-1AEF6D0F2B83}" srcOrd="1" destOrd="0" presId="urn:microsoft.com/office/officeart/2005/8/layout/list1"/>
    <dgm:cxn modelId="{813E7FE0-19F1-451A-9CFE-0BE0FB26E0C6}" type="presParOf" srcId="{F0315F2D-E769-4D86-8F94-257A33FC6044}" destId="{EF73F2BF-D5A0-4F10-829F-19F793DEA121}" srcOrd="13" destOrd="0" presId="urn:microsoft.com/office/officeart/2005/8/layout/list1"/>
    <dgm:cxn modelId="{12216BDB-D4C2-48AE-92D8-BA66C546FE33}" type="presParOf" srcId="{F0315F2D-E769-4D86-8F94-257A33FC6044}" destId="{F8FEC153-1A71-4679-B9C1-8B990C01768D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FC764E-B8F8-4C09-9D58-B3093E67A0BD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GB"/>
        </a:p>
      </dgm:t>
    </dgm:pt>
    <dgm:pt modelId="{76093D7A-6F6D-4D2B-AD1E-F3DB6CEAECF5}">
      <dgm:prSet/>
      <dgm:spPr/>
      <dgm:t>
        <a:bodyPr/>
        <a:lstStyle/>
        <a:p>
          <a:r>
            <a:rPr lang="en-US" b="1"/>
            <a:t>Main Objective</a:t>
          </a:r>
          <a:endParaRPr lang="en-IN"/>
        </a:p>
      </dgm:t>
    </dgm:pt>
    <dgm:pt modelId="{736CEDD1-B852-49C9-AF0B-5DA025592F0D}" type="parTrans" cxnId="{D0B3CA3F-F836-470C-9ECE-A8F467601E3B}">
      <dgm:prSet/>
      <dgm:spPr/>
      <dgm:t>
        <a:bodyPr/>
        <a:lstStyle/>
        <a:p>
          <a:endParaRPr lang="en-GB"/>
        </a:p>
      </dgm:t>
    </dgm:pt>
    <dgm:pt modelId="{CA8F72D2-C1A6-4527-8390-561DE591DD96}" type="sibTrans" cxnId="{D0B3CA3F-F836-470C-9ECE-A8F467601E3B}">
      <dgm:prSet/>
      <dgm:spPr/>
      <dgm:t>
        <a:bodyPr/>
        <a:lstStyle/>
        <a:p>
          <a:endParaRPr lang="en-GB"/>
        </a:p>
      </dgm:t>
    </dgm:pt>
    <dgm:pt modelId="{F8F50AAA-7316-4F90-B10A-D9A473702EB7}">
      <dgm:prSet/>
      <dgm:spPr/>
      <dgm:t>
        <a:bodyPr/>
        <a:lstStyle/>
        <a:p>
          <a:r>
            <a:rPr lang="en-US" dirty="0"/>
            <a:t>Develop an automated machine learning framework capable of detecting dependency confusion and </a:t>
          </a:r>
          <a:r>
            <a:rPr lang="en-US" dirty="0" err="1"/>
            <a:t>typosquatting</a:t>
          </a:r>
          <a:r>
            <a:rPr lang="en-US" dirty="0"/>
            <a:t> attacks within </a:t>
          </a:r>
          <a:r>
            <a:rPr lang="en-US" dirty="0" err="1"/>
            <a:t>PyPI</a:t>
          </a:r>
          <a:r>
            <a:rPr lang="en-US" dirty="0"/>
            <a:t> repositories. </a:t>
          </a:r>
          <a:endParaRPr lang="en-IN" dirty="0"/>
        </a:p>
      </dgm:t>
    </dgm:pt>
    <dgm:pt modelId="{5CA0F8A4-1A92-4A3A-B063-437972DB7075}" type="parTrans" cxnId="{225F06DA-0078-4240-BEE7-986ECF24C64A}">
      <dgm:prSet/>
      <dgm:spPr/>
      <dgm:t>
        <a:bodyPr/>
        <a:lstStyle/>
        <a:p>
          <a:endParaRPr lang="en-GB"/>
        </a:p>
      </dgm:t>
    </dgm:pt>
    <dgm:pt modelId="{085779B1-9838-41EF-BCEA-1C5E9F39360F}" type="sibTrans" cxnId="{225F06DA-0078-4240-BEE7-986ECF24C64A}">
      <dgm:prSet/>
      <dgm:spPr/>
      <dgm:t>
        <a:bodyPr/>
        <a:lstStyle/>
        <a:p>
          <a:endParaRPr lang="en-GB"/>
        </a:p>
      </dgm:t>
    </dgm:pt>
    <dgm:pt modelId="{1B1471AA-4BFC-4A01-99E1-D76A51D2BE70}">
      <dgm:prSet/>
      <dgm:spPr/>
      <dgm:t>
        <a:bodyPr/>
        <a:lstStyle/>
        <a:p>
          <a:r>
            <a:rPr lang="en-US" b="1"/>
            <a:t>Technical Objectives</a:t>
          </a:r>
          <a:endParaRPr lang="en-IN"/>
        </a:p>
      </dgm:t>
    </dgm:pt>
    <dgm:pt modelId="{6AD061F9-0314-4DE3-BBC5-5687F692E80F}" type="parTrans" cxnId="{430F4B6D-E592-4DA6-AE99-83CB6A30F34A}">
      <dgm:prSet/>
      <dgm:spPr/>
      <dgm:t>
        <a:bodyPr/>
        <a:lstStyle/>
        <a:p>
          <a:endParaRPr lang="en-GB"/>
        </a:p>
      </dgm:t>
    </dgm:pt>
    <dgm:pt modelId="{96CD20B3-2ABF-4BFD-8FAA-AF7FBA5C7CFB}" type="sibTrans" cxnId="{430F4B6D-E592-4DA6-AE99-83CB6A30F34A}">
      <dgm:prSet/>
      <dgm:spPr/>
      <dgm:t>
        <a:bodyPr/>
        <a:lstStyle/>
        <a:p>
          <a:endParaRPr lang="en-GB"/>
        </a:p>
      </dgm:t>
    </dgm:pt>
    <dgm:pt modelId="{3B1A0E57-A617-4CDD-90CA-3F541D9C75CD}">
      <dgm:prSet/>
      <dgm:spPr/>
      <dgm:t>
        <a:bodyPr/>
        <a:lstStyle/>
        <a:p>
          <a:r>
            <a:rPr lang="en-US"/>
            <a:t>Collect package metadata from PyPI API. </a:t>
          </a:r>
          <a:endParaRPr lang="en-IN"/>
        </a:p>
      </dgm:t>
    </dgm:pt>
    <dgm:pt modelId="{972F8EA4-64FD-4A5D-A7DD-388F8B6A3D7E}" type="parTrans" cxnId="{38323423-E492-4B51-A7CD-E76346370D0D}">
      <dgm:prSet/>
      <dgm:spPr/>
      <dgm:t>
        <a:bodyPr/>
        <a:lstStyle/>
        <a:p>
          <a:endParaRPr lang="en-GB"/>
        </a:p>
      </dgm:t>
    </dgm:pt>
    <dgm:pt modelId="{AE96344C-54A7-461A-AB14-A668CA4774EB}" type="sibTrans" cxnId="{38323423-E492-4B51-A7CD-E76346370D0D}">
      <dgm:prSet/>
      <dgm:spPr/>
      <dgm:t>
        <a:bodyPr/>
        <a:lstStyle/>
        <a:p>
          <a:endParaRPr lang="en-GB"/>
        </a:p>
      </dgm:t>
    </dgm:pt>
    <dgm:pt modelId="{8185DFD8-7107-41AF-923C-B189C1B63873}">
      <dgm:prSet/>
      <dgm:spPr/>
      <dgm:t>
        <a:bodyPr/>
        <a:lstStyle/>
        <a:p>
          <a:r>
            <a:rPr lang="en-US"/>
            <a:t>Generate realistic typosquatting attack samples. </a:t>
          </a:r>
          <a:endParaRPr lang="en-IN"/>
        </a:p>
      </dgm:t>
    </dgm:pt>
    <dgm:pt modelId="{73546E37-BCEF-4434-9DF7-CE442075B44E}" type="parTrans" cxnId="{E225579D-4942-44CF-962B-803A505B7C24}">
      <dgm:prSet/>
      <dgm:spPr/>
      <dgm:t>
        <a:bodyPr/>
        <a:lstStyle/>
        <a:p>
          <a:endParaRPr lang="en-GB"/>
        </a:p>
      </dgm:t>
    </dgm:pt>
    <dgm:pt modelId="{9CFE9F8A-B2D2-4E11-9747-98B9449E86C4}" type="sibTrans" cxnId="{E225579D-4942-44CF-962B-803A505B7C24}">
      <dgm:prSet/>
      <dgm:spPr/>
      <dgm:t>
        <a:bodyPr/>
        <a:lstStyle/>
        <a:p>
          <a:endParaRPr lang="en-GB"/>
        </a:p>
      </dgm:t>
    </dgm:pt>
    <dgm:pt modelId="{077DA5E1-9062-4F0F-B54C-3A7D2A8062FD}">
      <dgm:prSet/>
      <dgm:spPr/>
      <dgm:t>
        <a:bodyPr/>
        <a:lstStyle/>
        <a:p>
          <a:r>
            <a:rPr lang="en-US"/>
            <a:t>Extract security-relevant package features. </a:t>
          </a:r>
          <a:endParaRPr lang="en-IN"/>
        </a:p>
      </dgm:t>
    </dgm:pt>
    <dgm:pt modelId="{5D11B857-9538-43B2-A91E-7798F3C1B32E}" type="parTrans" cxnId="{4A5860AA-5935-4DD8-8E8C-778693FC48EF}">
      <dgm:prSet/>
      <dgm:spPr/>
      <dgm:t>
        <a:bodyPr/>
        <a:lstStyle/>
        <a:p>
          <a:endParaRPr lang="en-GB"/>
        </a:p>
      </dgm:t>
    </dgm:pt>
    <dgm:pt modelId="{7B7DA81D-0AEE-4D09-86BC-73EC41C2E632}" type="sibTrans" cxnId="{4A5860AA-5935-4DD8-8E8C-778693FC48EF}">
      <dgm:prSet/>
      <dgm:spPr/>
      <dgm:t>
        <a:bodyPr/>
        <a:lstStyle/>
        <a:p>
          <a:endParaRPr lang="en-GB"/>
        </a:p>
      </dgm:t>
    </dgm:pt>
    <dgm:pt modelId="{1D75E4A1-875B-4F10-BA03-BBFAFCDC5E88}">
      <dgm:prSet/>
      <dgm:spPr/>
      <dgm:t>
        <a:bodyPr/>
        <a:lstStyle/>
        <a:p>
          <a:r>
            <a:rPr lang="en-US"/>
            <a:t>Develop a risk-scoring framework to prioritise suspicious packages. </a:t>
          </a:r>
          <a:endParaRPr lang="en-IN"/>
        </a:p>
      </dgm:t>
    </dgm:pt>
    <dgm:pt modelId="{B8EFE5AB-AB45-4553-9B01-69C7908F4D06}" type="parTrans" cxnId="{55EE5D4A-BAE7-4FCB-BC09-19751F67E747}">
      <dgm:prSet/>
      <dgm:spPr/>
      <dgm:t>
        <a:bodyPr/>
        <a:lstStyle/>
        <a:p>
          <a:endParaRPr lang="en-GB"/>
        </a:p>
      </dgm:t>
    </dgm:pt>
    <dgm:pt modelId="{24560DCC-F2D0-4350-9586-A89FF0DAB744}" type="sibTrans" cxnId="{55EE5D4A-BAE7-4FCB-BC09-19751F67E747}">
      <dgm:prSet/>
      <dgm:spPr/>
      <dgm:t>
        <a:bodyPr/>
        <a:lstStyle/>
        <a:p>
          <a:endParaRPr lang="en-GB"/>
        </a:p>
      </dgm:t>
    </dgm:pt>
    <dgm:pt modelId="{8E99B6C4-7938-4BC2-ABB2-3A8B80A78879}">
      <dgm:prSet/>
      <dgm:spPr/>
      <dgm:t>
        <a:bodyPr/>
        <a:lstStyle/>
        <a:p>
          <a:r>
            <a:rPr lang="en-US" b="1"/>
            <a:t>Analytical Objectives</a:t>
          </a:r>
          <a:endParaRPr lang="en-IN"/>
        </a:p>
      </dgm:t>
    </dgm:pt>
    <dgm:pt modelId="{FCECCA49-375D-4435-AE39-D11BF16ACD83}" type="parTrans" cxnId="{6606D829-B333-45F7-9B6E-A0965DBA5D50}">
      <dgm:prSet/>
      <dgm:spPr/>
      <dgm:t>
        <a:bodyPr/>
        <a:lstStyle/>
        <a:p>
          <a:endParaRPr lang="en-GB"/>
        </a:p>
      </dgm:t>
    </dgm:pt>
    <dgm:pt modelId="{1F449545-0A74-4EC9-9710-76DCDD53578E}" type="sibTrans" cxnId="{6606D829-B333-45F7-9B6E-A0965DBA5D50}">
      <dgm:prSet/>
      <dgm:spPr/>
      <dgm:t>
        <a:bodyPr/>
        <a:lstStyle/>
        <a:p>
          <a:endParaRPr lang="en-GB"/>
        </a:p>
      </dgm:t>
    </dgm:pt>
    <dgm:pt modelId="{19EE6A43-6418-4FED-B415-EBC100852AC6}">
      <dgm:prSet/>
      <dgm:spPr/>
      <dgm:t>
        <a:bodyPr/>
        <a:lstStyle/>
        <a:p>
          <a:r>
            <a:rPr lang="en-US"/>
            <a:t>Train and compare Logistic Regression, Decision Tree and Random Forest models. </a:t>
          </a:r>
          <a:endParaRPr lang="en-IN"/>
        </a:p>
      </dgm:t>
    </dgm:pt>
    <dgm:pt modelId="{29125D10-5107-433B-9F5A-F2277FEDCCCD}" type="parTrans" cxnId="{5A5FF974-08C6-4CFC-A535-23FA52D67630}">
      <dgm:prSet/>
      <dgm:spPr/>
      <dgm:t>
        <a:bodyPr/>
        <a:lstStyle/>
        <a:p>
          <a:endParaRPr lang="en-GB"/>
        </a:p>
      </dgm:t>
    </dgm:pt>
    <dgm:pt modelId="{E92FD07F-6363-4961-985D-CCB3AF716A04}" type="sibTrans" cxnId="{5A5FF974-08C6-4CFC-A535-23FA52D67630}">
      <dgm:prSet/>
      <dgm:spPr/>
      <dgm:t>
        <a:bodyPr/>
        <a:lstStyle/>
        <a:p>
          <a:endParaRPr lang="en-GB"/>
        </a:p>
      </dgm:t>
    </dgm:pt>
    <dgm:pt modelId="{4EB39DE5-E64D-4894-A9A3-8680B7D1767E}">
      <dgm:prSet/>
      <dgm:spPr/>
      <dgm:t>
        <a:bodyPr/>
        <a:lstStyle/>
        <a:p>
          <a:r>
            <a:rPr lang="en-US"/>
            <a:t>Identify the most effective approach for suspicious package classification. </a:t>
          </a:r>
          <a:endParaRPr lang="en-IN"/>
        </a:p>
      </dgm:t>
    </dgm:pt>
    <dgm:pt modelId="{080672BC-E3AC-49F8-91F3-E036CF6474E2}" type="parTrans" cxnId="{2CD5130B-B5B0-4DB6-BBD8-591DD747D301}">
      <dgm:prSet/>
      <dgm:spPr/>
      <dgm:t>
        <a:bodyPr/>
        <a:lstStyle/>
        <a:p>
          <a:endParaRPr lang="en-GB"/>
        </a:p>
      </dgm:t>
    </dgm:pt>
    <dgm:pt modelId="{32C41C80-C86C-4741-9476-0EF6E69C52D9}" type="sibTrans" cxnId="{2CD5130B-B5B0-4DB6-BBD8-591DD747D301}">
      <dgm:prSet/>
      <dgm:spPr/>
      <dgm:t>
        <a:bodyPr/>
        <a:lstStyle/>
        <a:p>
          <a:endParaRPr lang="en-GB"/>
        </a:p>
      </dgm:t>
    </dgm:pt>
    <dgm:pt modelId="{255754B0-59D8-442D-AEA3-D888C6758F83}">
      <dgm:prSet/>
      <dgm:spPr/>
      <dgm:t>
        <a:bodyPr/>
        <a:lstStyle/>
        <a:p>
          <a:r>
            <a:rPr lang="en-US" b="1"/>
            <a:t>Expected Contribution</a:t>
          </a:r>
          <a:endParaRPr lang="en-IN"/>
        </a:p>
      </dgm:t>
    </dgm:pt>
    <dgm:pt modelId="{17C19954-DBB3-44FF-A3A9-BB5EEC73808D}" type="parTrans" cxnId="{F3AD8CB7-6D6D-4A74-AB3F-455B33418BA2}">
      <dgm:prSet/>
      <dgm:spPr/>
      <dgm:t>
        <a:bodyPr/>
        <a:lstStyle/>
        <a:p>
          <a:endParaRPr lang="en-GB"/>
        </a:p>
      </dgm:t>
    </dgm:pt>
    <dgm:pt modelId="{FDC2FEAD-9457-4566-A6E3-8443C1A93E3F}" type="sibTrans" cxnId="{F3AD8CB7-6D6D-4A74-AB3F-455B33418BA2}">
      <dgm:prSet/>
      <dgm:spPr/>
      <dgm:t>
        <a:bodyPr/>
        <a:lstStyle/>
        <a:p>
          <a:endParaRPr lang="en-GB"/>
        </a:p>
      </dgm:t>
    </dgm:pt>
    <dgm:pt modelId="{20177A0E-D72F-4AD6-A6F7-8049D8ECA12C}">
      <dgm:prSet/>
      <dgm:spPr/>
      <dgm:t>
        <a:bodyPr/>
        <a:lstStyle/>
        <a:p>
          <a:r>
            <a:rPr lang="en-US"/>
            <a:t>Improve early threat detection. </a:t>
          </a:r>
          <a:endParaRPr lang="en-IN"/>
        </a:p>
      </dgm:t>
    </dgm:pt>
    <dgm:pt modelId="{CEC2BCDF-E13E-4A58-92F9-C3CAF38F5679}" type="parTrans" cxnId="{372F5C82-6222-4C50-A137-F0F5E06EDB4A}">
      <dgm:prSet/>
      <dgm:spPr/>
      <dgm:t>
        <a:bodyPr/>
        <a:lstStyle/>
        <a:p>
          <a:endParaRPr lang="en-GB"/>
        </a:p>
      </dgm:t>
    </dgm:pt>
    <dgm:pt modelId="{6205F015-328F-4E71-A455-9A4F9121002D}" type="sibTrans" cxnId="{372F5C82-6222-4C50-A137-F0F5E06EDB4A}">
      <dgm:prSet/>
      <dgm:spPr/>
      <dgm:t>
        <a:bodyPr/>
        <a:lstStyle/>
        <a:p>
          <a:endParaRPr lang="en-GB"/>
        </a:p>
      </dgm:t>
    </dgm:pt>
    <dgm:pt modelId="{4B46DD95-F6EB-4AFA-B6ED-C35D92CB6D93}">
      <dgm:prSet/>
      <dgm:spPr/>
      <dgm:t>
        <a:bodyPr/>
        <a:lstStyle/>
        <a:p>
          <a:r>
            <a:rPr lang="en-US"/>
            <a:t>Support developer decision-making. </a:t>
          </a:r>
          <a:endParaRPr lang="en-IN"/>
        </a:p>
      </dgm:t>
    </dgm:pt>
    <dgm:pt modelId="{A1E00EDE-E77C-47D7-A542-7117274188EF}" type="parTrans" cxnId="{AE8E173D-CEEE-4E43-A595-E92A6209FAEA}">
      <dgm:prSet/>
      <dgm:spPr/>
      <dgm:t>
        <a:bodyPr/>
        <a:lstStyle/>
        <a:p>
          <a:endParaRPr lang="en-GB"/>
        </a:p>
      </dgm:t>
    </dgm:pt>
    <dgm:pt modelId="{F49A4477-A552-4C23-8EF1-FBA39A826ECB}" type="sibTrans" cxnId="{AE8E173D-CEEE-4E43-A595-E92A6209FAEA}">
      <dgm:prSet/>
      <dgm:spPr/>
      <dgm:t>
        <a:bodyPr/>
        <a:lstStyle/>
        <a:p>
          <a:endParaRPr lang="en-GB"/>
        </a:p>
      </dgm:t>
    </dgm:pt>
    <dgm:pt modelId="{7551D9FF-2C8C-4E1B-8775-65CF4FFFED31}">
      <dgm:prSet/>
      <dgm:spPr/>
      <dgm:t>
        <a:bodyPr/>
        <a:lstStyle/>
        <a:p>
          <a:r>
            <a:rPr lang="en-US"/>
            <a:t>Reduce software supply chain security risks through practical and scalable detection mechanisms integrated within a Streamlit dashboard</a:t>
          </a:r>
          <a:endParaRPr lang="en-IN"/>
        </a:p>
      </dgm:t>
    </dgm:pt>
    <dgm:pt modelId="{4CDD5444-40E5-4C82-A0F7-4A79F877BADC}" type="parTrans" cxnId="{405D478C-8299-46A1-A1F7-526ECF3707AE}">
      <dgm:prSet/>
      <dgm:spPr/>
      <dgm:t>
        <a:bodyPr/>
        <a:lstStyle/>
        <a:p>
          <a:endParaRPr lang="en-GB"/>
        </a:p>
      </dgm:t>
    </dgm:pt>
    <dgm:pt modelId="{FA99AD1A-C210-481B-BADC-E285C354109D}" type="sibTrans" cxnId="{405D478C-8299-46A1-A1F7-526ECF3707AE}">
      <dgm:prSet/>
      <dgm:spPr/>
      <dgm:t>
        <a:bodyPr/>
        <a:lstStyle/>
        <a:p>
          <a:endParaRPr lang="en-GB"/>
        </a:p>
      </dgm:t>
    </dgm:pt>
    <dgm:pt modelId="{24243098-1939-4697-A29E-C1AF42B6DADF}" type="pres">
      <dgm:prSet presAssocID="{76FC764E-B8F8-4C09-9D58-B3093E67A0BD}" presName="linear" presStyleCnt="0">
        <dgm:presLayoutVars>
          <dgm:animLvl val="lvl"/>
          <dgm:resizeHandles val="exact"/>
        </dgm:presLayoutVars>
      </dgm:prSet>
      <dgm:spPr/>
    </dgm:pt>
    <dgm:pt modelId="{4AC3C804-8A69-4DA4-AEAD-D144A8201D15}" type="pres">
      <dgm:prSet presAssocID="{76093D7A-6F6D-4D2B-AD1E-F3DB6CEAECF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FC2EE7A-2E37-478C-B16B-B5B73C5AF4A9}" type="pres">
      <dgm:prSet presAssocID="{76093D7A-6F6D-4D2B-AD1E-F3DB6CEAECF5}" presName="childText" presStyleLbl="revTx" presStyleIdx="0" presStyleCnt="4">
        <dgm:presLayoutVars>
          <dgm:bulletEnabled val="1"/>
        </dgm:presLayoutVars>
      </dgm:prSet>
      <dgm:spPr/>
    </dgm:pt>
    <dgm:pt modelId="{E2B48845-95B7-46E3-9AAA-AD3517DD764F}" type="pres">
      <dgm:prSet presAssocID="{1B1471AA-4BFC-4A01-99E1-D76A51D2BE7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2F5F5CF-35DE-4E5F-967C-B71BB42E9A4D}" type="pres">
      <dgm:prSet presAssocID="{1B1471AA-4BFC-4A01-99E1-D76A51D2BE70}" presName="childText" presStyleLbl="revTx" presStyleIdx="1" presStyleCnt="4">
        <dgm:presLayoutVars>
          <dgm:bulletEnabled val="1"/>
        </dgm:presLayoutVars>
      </dgm:prSet>
      <dgm:spPr/>
    </dgm:pt>
    <dgm:pt modelId="{E5448B47-E7FB-4A62-9197-9404AA980EEB}" type="pres">
      <dgm:prSet presAssocID="{8E99B6C4-7938-4BC2-ABB2-3A8B80A7887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292E9B3-2130-4B2F-A27B-224F975A4E82}" type="pres">
      <dgm:prSet presAssocID="{8E99B6C4-7938-4BC2-ABB2-3A8B80A78879}" presName="childText" presStyleLbl="revTx" presStyleIdx="2" presStyleCnt="4">
        <dgm:presLayoutVars>
          <dgm:bulletEnabled val="1"/>
        </dgm:presLayoutVars>
      </dgm:prSet>
      <dgm:spPr/>
    </dgm:pt>
    <dgm:pt modelId="{6AB1A3A4-4EF9-4B00-B57A-69F473005862}" type="pres">
      <dgm:prSet presAssocID="{255754B0-59D8-442D-AEA3-D888C6758F8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FD7BDF6-7F33-4DFE-A484-49E70EA15B1A}" type="pres">
      <dgm:prSet presAssocID="{255754B0-59D8-442D-AEA3-D888C6758F83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2CD5130B-B5B0-4DB6-BBD8-591DD747D301}" srcId="{8E99B6C4-7938-4BC2-ABB2-3A8B80A78879}" destId="{4EB39DE5-E64D-4894-A9A3-8680B7D1767E}" srcOrd="1" destOrd="0" parTransId="{080672BC-E3AC-49F8-91F3-E036CF6474E2}" sibTransId="{32C41C80-C86C-4741-9476-0EF6E69C52D9}"/>
    <dgm:cxn modelId="{E26DAE0D-B927-41F7-B9FF-A4658DC87C0B}" type="presOf" srcId="{4EB39DE5-E64D-4894-A9A3-8680B7D1767E}" destId="{4292E9B3-2130-4B2F-A27B-224F975A4E82}" srcOrd="0" destOrd="1" presId="urn:microsoft.com/office/officeart/2005/8/layout/vList2"/>
    <dgm:cxn modelId="{8279D913-8BC1-4ECD-B657-37DD5FB5896A}" type="presOf" srcId="{4B46DD95-F6EB-4AFA-B6ED-C35D92CB6D93}" destId="{2FD7BDF6-7F33-4DFE-A484-49E70EA15B1A}" srcOrd="0" destOrd="1" presId="urn:microsoft.com/office/officeart/2005/8/layout/vList2"/>
    <dgm:cxn modelId="{E8087718-6CF7-4C77-B03F-3225FB60E12D}" type="presOf" srcId="{8185DFD8-7107-41AF-923C-B189C1B63873}" destId="{D2F5F5CF-35DE-4E5F-967C-B71BB42E9A4D}" srcOrd="0" destOrd="1" presId="urn:microsoft.com/office/officeart/2005/8/layout/vList2"/>
    <dgm:cxn modelId="{38323423-E492-4B51-A7CD-E76346370D0D}" srcId="{1B1471AA-4BFC-4A01-99E1-D76A51D2BE70}" destId="{3B1A0E57-A617-4CDD-90CA-3F541D9C75CD}" srcOrd="0" destOrd="0" parTransId="{972F8EA4-64FD-4A5D-A7DD-388F8B6A3D7E}" sibTransId="{AE96344C-54A7-461A-AB14-A668CA4774EB}"/>
    <dgm:cxn modelId="{6606D829-B333-45F7-9B6E-A0965DBA5D50}" srcId="{76FC764E-B8F8-4C09-9D58-B3093E67A0BD}" destId="{8E99B6C4-7938-4BC2-ABB2-3A8B80A78879}" srcOrd="2" destOrd="0" parTransId="{FCECCA49-375D-4435-AE39-D11BF16ACD83}" sibTransId="{1F449545-0A74-4EC9-9710-76DCDD53578E}"/>
    <dgm:cxn modelId="{F8A0CD2F-AD12-4387-A987-7D9A41E82D91}" type="presOf" srcId="{F8F50AAA-7316-4F90-B10A-D9A473702EB7}" destId="{FFC2EE7A-2E37-478C-B16B-B5B73C5AF4A9}" srcOrd="0" destOrd="0" presId="urn:microsoft.com/office/officeart/2005/8/layout/vList2"/>
    <dgm:cxn modelId="{AE8E173D-CEEE-4E43-A595-E92A6209FAEA}" srcId="{255754B0-59D8-442D-AEA3-D888C6758F83}" destId="{4B46DD95-F6EB-4AFA-B6ED-C35D92CB6D93}" srcOrd="1" destOrd="0" parTransId="{A1E00EDE-E77C-47D7-A542-7117274188EF}" sibTransId="{F49A4477-A552-4C23-8EF1-FBA39A826ECB}"/>
    <dgm:cxn modelId="{D0B3CA3F-F836-470C-9ECE-A8F467601E3B}" srcId="{76FC764E-B8F8-4C09-9D58-B3093E67A0BD}" destId="{76093D7A-6F6D-4D2B-AD1E-F3DB6CEAECF5}" srcOrd="0" destOrd="0" parTransId="{736CEDD1-B852-49C9-AF0B-5DA025592F0D}" sibTransId="{CA8F72D2-C1A6-4527-8390-561DE591DD96}"/>
    <dgm:cxn modelId="{55EE5D4A-BAE7-4FCB-BC09-19751F67E747}" srcId="{1B1471AA-4BFC-4A01-99E1-D76A51D2BE70}" destId="{1D75E4A1-875B-4F10-BA03-BBFAFCDC5E88}" srcOrd="3" destOrd="0" parTransId="{B8EFE5AB-AB45-4553-9B01-69C7908F4D06}" sibTransId="{24560DCC-F2D0-4350-9586-A89FF0DAB744}"/>
    <dgm:cxn modelId="{BC2C086C-26D4-4927-B92D-CDF7774125A4}" type="presOf" srcId="{8E99B6C4-7938-4BC2-ABB2-3A8B80A78879}" destId="{E5448B47-E7FB-4A62-9197-9404AA980EEB}" srcOrd="0" destOrd="0" presId="urn:microsoft.com/office/officeart/2005/8/layout/vList2"/>
    <dgm:cxn modelId="{430F4B6D-E592-4DA6-AE99-83CB6A30F34A}" srcId="{76FC764E-B8F8-4C09-9D58-B3093E67A0BD}" destId="{1B1471AA-4BFC-4A01-99E1-D76A51D2BE70}" srcOrd="1" destOrd="0" parTransId="{6AD061F9-0314-4DE3-BBC5-5687F692E80F}" sibTransId="{96CD20B3-2ABF-4BFD-8FAA-AF7FBA5C7CFB}"/>
    <dgm:cxn modelId="{904CE150-97A4-4A7B-8E0E-ECF3D22C4E72}" type="presOf" srcId="{3B1A0E57-A617-4CDD-90CA-3F541D9C75CD}" destId="{D2F5F5CF-35DE-4E5F-967C-B71BB42E9A4D}" srcOrd="0" destOrd="0" presId="urn:microsoft.com/office/officeart/2005/8/layout/vList2"/>
    <dgm:cxn modelId="{1F201251-763F-4784-83EA-CE871D0C4980}" type="presOf" srcId="{1B1471AA-4BFC-4A01-99E1-D76A51D2BE70}" destId="{E2B48845-95B7-46E3-9AAA-AD3517DD764F}" srcOrd="0" destOrd="0" presId="urn:microsoft.com/office/officeart/2005/8/layout/vList2"/>
    <dgm:cxn modelId="{5A5FF974-08C6-4CFC-A535-23FA52D67630}" srcId="{8E99B6C4-7938-4BC2-ABB2-3A8B80A78879}" destId="{19EE6A43-6418-4FED-B415-EBC100852AC6}" srcOrd="0" destOrd="0" parTransId="{29125D10-5107-433B-9F5A-F2277FEDCCCD}" sibTransId="{E92FD07F-6363-4961-985D-CCB3AF716A04}"/>
    <dgm:cxn modelId="{372F5C82-6222-4C50-A137-F0F5E06EDB4A}" srcId="{255754B0-59D8-442D-AEA3-D888C6758F83}" destId="{20177A0E-D72F-4AD6-A6F7-8049D8ECA12C}" srcOrd="0" destOrd="0" parTransId="{CEC2BCDF-E13E-4A58-92F9-C3CAF38F5679}" sibTransId="{6205F015-328F-4E71-A455-9A4F9121002D}"/>
    <dgm:cxn modelId="{9DF12988-5278-4994-B2C9-0046862330AB}" type="presOf" srcId="{76FC764E-B8F8-4C09-9D58-B3093E67A0BD}" destId="{24243098-1939-4697-A29E-C1AF42B6DADF}" srcOrd="0" destOrd="0" presId="urn:microsoft.com/office/officeart/2005/8/layout/vList2"/>
    <dgm:cxn modelId="{405D478C-8299-46A1-A1F7-526ECF3707AE}" srcId="{255754B0-59D8-442D-AEA3-D888C6758F83}" destId="{7551D9FF-2C8C-4E1B-8775-65CF4FFFED31}" srcOrd="2" destOrd="0" parTransId="{4CDD5444-40E5-4C82-A0F7-4A79F877BADC}" sibTransId="{FA99AD1A-C210-481B-BADC-E285C354109D}"/>
    <dgm:cxn modelId="{E225579D-4942-44CF-962B-803A505B7C24}" srcId="{1B1471AA-4BFC-4A01-99E1-D76A51D2BE70}" destId="{8185DFD8-7107-41AF-923C-B189C1B63873}" srcOrd="1" destOrd="0" parTransId="{73546E37-BCEF-4434-9DF7-CE442075B44E}" sibTransId="{9CFE9F8A-B2D2-4E11-9747-98B9449E86C4}"/>
    <dgm:cxn modelId="{F212C7A6-09C4-4420-8163-7406073E492C}" type="presOf" srcId="{1D75E4A1-875B-4F10-BA03-BBFAFCDC5E88}" destId="{D2F5F5CF-35DE-4E5F-967C-B71BB42E9A4D}" srcOrd="0" destOrd="3" presId="urn:microsoft.com/office/officeart/2005/8/layout/vList2"/>
    <dgm:cxn modelId="{4A5860AA-5935-4DD8-8E8C-778693FC48EF}" srcId="{1B1471AA-4BFC-4A01-99E1-D76A51D2BE70}" destId="{077DA5E1-9062-4F0F-B54C-3A7D2A8062FD}" srcOrd="2" destOrd="0" parTransId="{5D11B857-9538-43B2-A91E-7798F3C1B32E}" sibTransId="{7B7DA81D-0AEE-4D09-86BC-73EC41C2E632}"/>
    <dgm:cxn modelId="{7177A1AC-5B0A-4DAF-B0AC-C50DA0A27F2C}" type="presOf" srcId="{7551D9FF-2C8C-4E1B-8775-65CF4FFFED31}" destId="{2FD7BDF6-7F33-4DFE-A484-49E70EA15B1A}" srcOrd="0" destOrd="2" presId="urn:microsoft.com/office/officeart/2005/8/layout/vList2"/>
    <dgm:cxn modelId="{F3AD8CB7-6D6D-4A74-AB3F-455B33418BA2}" srcId="{76FC764E-B8F8-4C09-9D58-B3093E67A0BD}" destId="{255754B0-59D8-442D-AEA3-D888C6758F83}" srcOrd="3" destOrd="0" parTransId="{17C19954-DBB3-44FF-A3A9-BB5EEC73808D}" sibTransId="{FDC2FEAD-9457-4566-A6E3-8443C1A93E3F}"/>
    <dgm:cxn modelId="{A6A8B2CB-60C0-4166-B10D-CEE752E4FA32}" type="presOf" srcId="{19EE6A43-6418-4FED-B415-EBC100852AC6}" destId="{4292E9B3-2130-4B2F-A27B-224F975A4E82}" srcOrd="0" destOrd="0" presId="urn:microsoft.com/office/officeart/2005/8/layout/vList2"/>
    <dgm:cxn modelId="{AE0986CC-F98C-4044-B414-177330E05DAA}" type="presOf" srcId="{76093D7A-6F6D-4D2B-AD1E-F3DB6CEAECF5}" destId="{4AC3C804-8A69-4DA4-AEAD-D144A8201D15}" srcOrd="0" destOrd="0" presId="urn:microsoft.com/office/officeart/2005/8/layout/vList2"/>
    <dgm:cxn modelId="{225F06DA-0078-4240-BEE7-986ECF24C64A}" srcId="{76093D7A-6F6D-4D2B-AD1E-F3DB6CEAECF5}" destId="{F8F50AAA-7316-4F90-B10A-D9A473702EB7}" srcOrd="0" destOrd="0" parTransId="{5CA0F8A4-1A92-4A3A-B063-437972DB7075}" sibTransId="{085779B1-9838-41EF-BCEA-1C5E9F39360F}"/>
    <dgm:cxn modelId="{69C92CED-478C-4F7B-BA3F-A41AC0866D3A}" type="presOf" srcId="{20177A0E-D72F-4AD6-A6F7-8049D8ECA12C}" destId="{2FD7BDF6-7F33-4DFE-A484-49E70EA15B1A}" srcOrd="0" destOrd="0" presId="urn:microsoft.com/office/officeart/2005/8/layout/vList2"/>
    <dgm:cxn modelId="{FE93B6F7-A748-423C-859D-15A87D6B78E8}" type="presOf" srcId="{077DA5E1-9062-4F0F-B54C-3A7D2A8062FD}" destId="{D2F5F5CF-35DE-4E5F-967C-B71BB42E9A4D}" srcOrd="0" destOrd="2" presId="urn:microsoft.com/office/officeart/2005/8/layout/vList2"/>
    <dgm:cxn modelId="{15A584F9-776F-40F2-B6C4-A2BDCD452095}" type="presOf" srcId="{255754B0-59D8-442D-AEA3-D888C6758F83}" destId="{6AB1A3A4-4EF9-4B00-B57A-69F473005862}" srcOrd="0" destOrd="0" presId="urn:microsoft.com/office/officeart/2005/8/layout/vList2"/>
    <dgm:cxn modelId="{F4319B59-9BD8-4E58-ABB1-855FD9FF525D}" type="presParOf" srcId="{24243098-1939-4697-A29E-C1AF42B6DADF}" destId="{4AC3C804-8A69-4DA4-AEAD-D144A8201D15}" srcOrd="0" destOrd="0" presId="urn:microsoft.com/office/officeart/2005/8/layout/vList2"/>
    <dgm:cxn modelId="{444DD63F-54C0-4D77-8C8D-BCC55873100D}" type="presParOf" srcId="{24243098-1939-4697-A29E-C1AF42B6DADF}" destId="{FFC2EE7A-2E37-478C-B16B-B5B73C5AF4A9}" srcOrd="1" destOrd="0" presId="urn:microsoft.com/office/officeart/2005/8/layout/vList2"/>
    <dgm:cxn modelId="{C78DFB49-18D1-4483-8D6E-F55D3513A421}" type="presParOf" srcId="{24243098-1939-4697-A29E-C1AF42B6DADF}" destId="{E2B48845-95B7-46E3-9AAA-AD3517DD764F}" srcOrd="2" destOrd="0" presId="urn:microsoft.com/office/officeart/2005/8/layout/vList2"/>
    <dgm:cxn modelId="{1649014D-8DF8-4D01-8CFC-6A7A2F886F97}" type="presParOf" srcId="{24243098-1939-4697-A29E-C1AF42B6DADF}" destId="{D2F5F5CF-35DE-4E5F-967C-B71BB42E9A4D}" srcOrd="3" destOrd="0" presId="urn:microsoft.com/office/officeart/2005/8/layout/vList2"/>
    <dgm:cxn modelId="{F71F352D-D994-44A0-9577-1448279BDCE3}" type="presParOf" srcId="{24243098-1939-4697-A29E-C1AF42B6DADF}" destId="{E5448B47-E7FB-4A62-9197-9404AA980EEB}" srcOrd="4" destOrd="0" presId="urn:microsoft.com/office/officeart/2005/8/layout/vList2"/>
    <dgm:cxn modelId="{61DA0B98-C87E-43EC-B82A-BC46E928D09F}" type="presParOf" srcId="{24243098-1939-4697-A29E-C1AF42B6DADF}" destId="{4292E9B3-2130-4B2F-A27B-224F975A4E82}" srcOrd="5" destOrd="0" presId="urn:microsoft.com/office/officeart/2005/8/layout/vList2"/>
    <dgm:cxn modelId="{BF1ACECB-DAF1-4AAC-95D8-B013A2A5153B}" type="presParOf" srcId="{24243098-1939-4697-A29E-C1AF42B6DADF}" destId="{6AB1A3A4-4EF9-4B00-B57A-69F473005862}" srcOrd="6" destOrd="0" presId="urn:microsoft.com/office/officeart/2005/8/layout/vList2"/>
    <dgm:cxn modelId="{6D7A6406-2CAE-4905-963D-48EDC40B751F}" type="presParOf" srcId="{24243098-1939-4697-A29E-C1AF42B6DADF}" destId="{2FD7BDF6-7F33-4DFE-A484-49E70EA15B1A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6754D34-B83C-468E-866D-F3466E0790C9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GB"/>
        </a:p>
      </dgm:t>
    </dgm:pt>
    <dgm:pt modelId="{292A3AA2-1DC2-4C72-9DD5-850142C0CDCE}">
      <dgm:prSet/>
      <dgm:spPr/>
      <dgm:t>
        <a:bodyPr/>
        <a:lstStyle/>
        <a:p>
          <a:r>
            <a:rPr lang="en-US" b="1"/>
            <a:t>Project Planning Strategy</a:t>
          </a:r>
          <a:endParaRPr lang="en-IN"/>
        </a:p>
      </dgm:t>
    </dgm:pt>
    <dgm:pt modelId="{FC5F1188-ED49-4E31-BAE4-1F5E917959DD}" type="parTrans" cxnId="{E6C346A4-E407-4F37-81AD-F6A4FF86A0F0}">
      <dgm:prSet/>
      <dgm:spPr/>
      <dgm:t>
        <a:bodyPr/>
        <a:lstStyle/>
        <a:p>
          <a:endParaRPr lang="en-GB"/>
        </a:p>
      </dgm:t>
    </dgm:pt>
    <dgm:pt modelId="{D171BDB7-51AE-458A-9AAC-18582AB163E4}" type="sibTrans" cxnId="{E6C346A4-E407-4F37-81AD-F6A4FF86A0F0}">
      <dgm:prSet/>
      <dgm:spPr/>
      <dgm:t>
        <a:bodyPr/>
        <a:lstStyle/>
        <a:p>
          <a:endParaRPr lang="en-GB"/>
        </a:p>
      </dgm:t>
    </dgm:pt>
    <dgm:pt modelId="{78E88B79-033B-4D4C-AAAF-66DD5DEFFBDD}">
      <dgm:prSet/>
      <dgm:spPr/>
      <dgm:t>
        <a:bodyPr/>
        <a:lstStyle/>
        <a:p>
          <a:r>
            <a:rPr lang="en-US"/>
            <a:t>A phased development approach was adopted to ensure systematic progression from research to implementation. </a:t>
          </a:r>
          <a:endParaRPr lang="en-IN"/>
        </a:p>
      </dgm:t>
    </dgm:pt>
    <dgm:pt modelId="{9EEE073A-DBAC-45A9-AEB1-ED5D8381AE3B}" type="parTrans" cxnId="{7BB9CDBE-97D8-49DA-926F-D4E22A2E4392}">
      <dgm:prSet/>
      <dgm:spPr/>
      <dgm:t>
        <a:bodyPr/>
        <a:lstStyle/>
        <a:p>
          <a:endParaRPr lang="en-GB"/>
        </a:p>
      </dgm:t>
    </dgm:pt>
    <dgm:pt modelId="{28BACDB5-1061-4C18-877A-3089400E5487}" type="sibTrans" cxnId="{7BB9CDBE-97D8-49DA-926F-D4E22A2E4392}">
      <dgm:prSet/>
      <dgm:spPr/>
      <dgm:t>
        <a:bodyPr/>
        <a:lstStyle/>
        <a:p>
          <a:endParaRPr lang="en-GB"/>
        </a:p>
      </dgm:t>
    </dgm:pt>
    <dgm:pt modelId="{103E35E7-AB28-48C6-8795-D4AB9973CAF6}">
      <dgm:prSet/>
      <dgm:spPr/>
      <dgm:t>
        <a:bodyPr/>
        <a:lstStyle/>
        <a:p>
          <a:r>
            <a:rPr lang="en-US"/>
            <a:t>Literature Review and Methodology were completed before technical development to establish a strong theoretical and experimental foundation. </a:t>
          </a:r>
          <a:endParaRPr lang="en-IN"/>
        </a:p>
      </dgm:t>
    </dgm:pt>
    <dgm:pt modelId="{55AE1513-FF4D-487D-A3CC-8182E2F02346}" type="parTrans" cxnId="{79C7F513-383C-465D-9D3E-C8CD464B099E}">
      <dgm:prSet/>
      <dgm:spPr/>
      <dgm:t>
        <a:bodyPr/>
        <a:lstStyle/>
        <a:p>
          <a:endParaRPr lang="en-GB"/>
        </a:p>
      </dgm:t>
    </dgm:pt>
    <dgm:pt modelId="{9687C903-3903-4B85-8BE3-B1A5B4220FD6}" type="sibTrans" cxnId="{79C7F513-383C-465D-9D3E-C8CD464B099E}">
      <dgm:prSet/>
      <dgm:spPr/>
      <dgm:t>
        <a:bodyPr/>
        <a:lstStyle/>
        <a:p>
          <a:endParaRPr lang="en-GB"/>
        </a:p>
      </dgm:t>
    </dgm:pt>
    <dgm:pt modelId="{435BDBE0-A78D-485A-B6A9-63A96C0995EE}">
      <dgm:prSet/>
      <dgm:spPr/>
      <dgm:t>
        <a:bodyPr/>
        <a:lstStyle/>
        <a:p>
          <a:r>
            <a:rPr lang="en-US" b="1"/>
            <a:t>Progress Achieved</a:t>
          </a:r>
          <a:endParaRPr lang="en-IN"/>
        </a:p>
      </dgm:t>
    </dgm:pt>
    <dgm:pt modelId="{E082A6F2-6420-46C2-BDA9-B78DCA7D32C6}" type="parTrans" cxnId="{D0C5801B-B6B9-4AC7-95E1-ADA03C1DF283}">
      <dgm:prSet/>
      <dgm:spPr/>
      <dgm:t>
        <a:bodyPr/>
        <a:lstStyle/>
        <a:p>
          <a:endParaRPr lang="en-GB"/>
        </a:p>
      </dgm:t>
    </dgm:pt>
    <dgm:pt modelId="{8F248DD4-4E45-4032-8CB6-717A8B78C6D2}" type="sibTrans" cxnId="{D0C5801B-B6B9-4AC7-95E1-ADA03C1DF283}">
      <dgm:prSet/>
      <dgm:spPr/>
      <dgm:t>
        <a:bodyPr/>
        <a:lstStyle/>
        <a:p>
          <a:endParaRPr lang="en-GB"/>
        </a:p>
      </dgm:t>
    </dgm:pt>
    <dgm:pt modelId="{74D53595-61F4-4ACF-A0E6-2A7FAF14157B}">
      <dgm:prSet/>
      <dgm:spPr/>
      <dgm:t>
        <a:bodyPr/>
        <a:lstStyle/>
        <a:p>
          <a:r>
            <a:rPr lang="en-US"/>
            <a:t>Proposal, Literature Review and Methodology phases have been completed. </a:t>
          </a:r>
          <a:endParaRPr lang="en-IN"/>
        </a:p>
      </dgm:t>
    </dgm:pt>
    <dgm:pt modelId="{59F46B7A-0BA3-4D01-A33F-DBF3C4A4CD56}" type="parTrans" cxnId="{C54CA46C-72DB-4FDD-AE68-0E94088DA3D0}">
      <dgm:prSet/>
      <dgm:spPr/>
      <dgm:t>
        <a:bodyPr/>
        <a:lstStyle/>
        <a:p>
          <a:endParaRPr lang="en-GB"/>
        </a:p>
      </dgm:t>
    </dgm:pt>
    <dgm:pt modelId="{B13EF966-7357-4D95-A1B9-BE9D1E3F492D}" type="sibTrans" cxnId="{C54CA46C-72DB-4FDD-AE68-0E94088DA3D0}">
      <dgm:prSet/>
      <dgm:spPr/>
      <dgm:t>
        <a:bodyPr/>
        <a:lstStyle/>
        <a:p>
          <a:endParaRPr lang="en-GB"/>
        </a:p>
      </dgm:t>
    </dgm:pt>
    <dgm:pt modelId="{B7D4D016-43C5-4C13-8D36-1851B87CF23C}">
      <dgm:prSet/>
      <dgm:spPr/>
      <dgm:t>
        <a:bodyPr/>
        <a:lstStyle/>
        <a:p>
          <a:r>
            <a:rPr lang="en-US"/>
            <a:t>System architecture, dataset design and machine learning workflow have been clearly defined. </a:t>
          </a:r>
          <a:endParaRPr lang="en-IN"/>
        </a:p>
      </dgm:t>
    </dgm:pt>
    <dgm:pt modelId="{8558C56D-4F3F-47C9-976B-2C3AD86F1DF0}" type="parTrans" cxnId="{97F3FBD5-4AD6-445A-A3A2-A074B380CDA4}">
      <dgm:prSet/>
      <dgm:spPr/>
      <dgm:t>
        <a:bodyPr/>
        <a:lstStyle/>
        <a:p>
          <a:endParaRPr lang="en-GB"/>
        </a:p>
      </dgm:t>
    </dgm:pt>
    <dgm:pt modelId="{09041010-5725-4A03-8475-5455834C270A}" type="sibTrans" cxnId="{97F3FBD5-4AD6-445A-A3A2-A074B380CDA4}">
      <dgm:prSet/>
      <dgm:spPr/>
      <dgm:t>
        <a:bodyPr/>
        <a:lstStyle/>
        <a:p>
          <a:endParaRPr lang="en-GB"/>
        </a:p>
      </dgm:t>
    </dgm:pt>
    <dgm:pt modelId="{1065B238-9D80-40EE-A997-5CC17B811083}">
      <dgm:prSet/>
      <dgm:spPr/>
      <dgm:t>
        <a:bodyPr/>
        <a:lstStyle/>
        <a:p>
          <a:r>
            <a:rPr lang="en-US" b="1"/>
            <a:t>Current Status</a:t>
          </a:r>
          <a:endParaRPr lang="en-IN"/>
        </a:p>
      </dgm:t>
    </dgm:pt>
    <dgm:pt modelId="{B55631C0-9D3E-4414-9743-5765898683FE}" type="parTrans" cxnId="{9BDC1D9A-207D-4F09-9D49-10C31C3F6469}">
      <dgm:prSet/>
      <dgm:spPr/>
      <dgm:t>
        <a:bodyPr/>
        <a:lstStyle/>
        <a:p>
          <a:endParaRPr lang="en-GB"/>
        </a:p>
      </dgm:t>
    </dgm:pt>
    <dgm:pt modelId="{76091DC6-FC21-4CDF-A7D0-1E6FB72FB8A0}" type="sibTrans" cxnId="{9BDC1D9A-207D-4F09-9D49-10C31C3F6469}">
      <dgm:prSet/>
      <dgm:spPr/>
      <dgm:t>
        <a:bodyPr/>
        <a:lstStyle/>
        <a:p>
          <a:endParaRPr lang="en-GB"/>
        </a:p>
      </dgm:t>
    </dgm:pt>
    <dgm:pt modelId="{4E293DB0-D1F9-4A83-AEB6-3C33620C58DB}">
      <dgm:prSet/>
      <dgm:spPr/>
      <dgm:t>
        <a:bodyPr/>
        <a:lstStyle/>
        <a:p>
          <a:r>
            <a:rPr lang="en-US"/>
            <a:t>Dataset construction and feature engineering activities are currently in progress. </a:t>
          </a:r>
          <a:endParaRPr lang="en-IN"/>
        </a:p>
      </dgm:t>
    </dgm:pt>
    <dgm:pt modelId="{E515D786-410E-43D6-AB04-700FE6C3C6AA}" type="parTrans" cxnId="{D0E2D531-35C7-4EB0-96B3-2A108D704FB2}">
      <dgm:prSet/>
      <dgm:spPr/>
      <dgm:t>
        <a:bodyPr/>
        <a:lstStyle/>
        <a:p>
          <a:endParaRPr lang="en-GB"/>
        </a:p>
      </dgm:t>
    </dgm:pt>
    <dgm:pt modelId="{A529EC3B-0757-4442-8F37-049E8F63D9E9}" type="sibTrans" cxnId="{D0E2D531-35C7-4EB0-96B3-2A108D704FB2}">
      <dgm:prSet/>
      <dgm:spPr/>
      <dgm:t>
        <a:bodyPr/>
        <a:lstStyle/>
        <a:p>
          <a:endParaRPr lang="en-GB"/>
        </a:p>
      </dgm:t>
    </dgm:pt>
    <dgm:pt modelId="{9E1066F3-9E45-4941-9A8C-7307ECADEA79}">
      <dgm:prSet/>
      <dgm:spPr/>
      <dgm:t>
        <a:bodyPr/>
        <a:lstStyle/>
        <a:p>
          <a:r>
            <a:rPr lang="en-US"/>
            <a:t>Project remains aligned with the planned schedule and milestones. </a:t>
          </a:r>
          <a:endParaRPr lang="en-IN"/>
        </a:p>
      </dgm:t>
    </dgm:pt>
    <dgm:pt modelId="{D6724F13-787B-41C1-8CFF-037F71FD05B2}" type="parTrans" cxnId="{F7278D9C-4CF3-46F2-A864-E4423F1CFC9C}">
      <dgm:prSet/>
      <dgm:spPr/>
      <dgm:t>
        <a:bodyPr/>
        <a:lstStyle/>
        <a:p>
          <a:endParaRPr lang="en-GB"/>
        </a:p>
      </dgm:t>
    </dgm:pt>
    <dgm:pt modelId="{29CEC921-70BC-4C7D-A090-430B73A7BEC0}" type="sibTrans" cxnId="{F7278D9C-4CF3-46F2-A864-E4423F1CFC9C}">
      <dgm:prSet/>
      <dgm:spPr/>
      <dgm:t>
        <a:bodyPr/>
        <a:lstStyle/>
        <a:p>
          <a:endParaRPr lang="en-GB"/>
        </a:p>
      </dgm:t>
    </dgm:pt>
    <dgm:pt modelId="{101D1464-75AB-4BAF-956D-023AB86D2D71}">
      <dgm:prSet/>
      <dgm:spPr/>
      <dgm:t>
        <a:bodyPr/>
        <a:lstStyle/>
        <a:p>
          <a:r>
            <a:rPr lang="en-US" b="1"/>
            <a:t>Remaining Activities</a:t>
          </a:r>
          <a:endParaRPr lang="en-IN"/>
        </a:p>
      </dgm:t>
    </dgm:pt>
    <dgm:pt modelId="{103CC796-640C-428B-B8D1-D76277113331}" type="parTrans" cxnId="{31ADF635-2109-42B1-B91A-A688FB432003}">
      <dgm:prSet/>
      <dgm:spPr/>
      <dgm:t>
        <a:bodyPr/>
        <a:lstStyle/>
        <a:p>
          <a:endParaRPr lang="en-GB"/>
        </a:p>
      </dgm:t>
    </dgm:pt>
    <dgm:pt modelId="{532FCA3D-1503-4511-BF94-314FB2F8C59D}" type="sibTrans" cxnId="{31ADF635-2109-42B1-B91A-A688FB432003}">
      <dgm:prSet/>
      <dgm:spPr/>
      <dgm:t>
        <a:bodyPr/>
        <a:lstStyle/>
        <a:p>
          <a:endParaRPr lang="en-GB"/>
        </a:p>
      </dgm:t>
    </dgm:pt>
    <dgm:pt modelId="{F69C6697-2D83-40BF-9882-3F57757BB496}">
      <dgm:prSet/>
      <dgm:spPr/>
      <dgm:t>
        <a:bodyPr/>
        <a:lstStyle/>
        <a:p>
          <a:r>
            <a:rPr lang="en-US"/>
            <a:t>Model training and evaluation. </a:t>
          </a:r>
          <a:endParaRPr lang="en-IN"/>
        </a:p>
      </dgm:t>
    </dgm:pt>
    <dgm:pt modelId="{4342E0C8-929F-45FD-BE57-DA399F9021EE}" type="parTrans" cxnId="{0EC1ABCC-6C04-496F-B64D-DF687615BB5A}">
      <dgm:prSet/>
      <dgm:spPr/>
      <dgm:t>
        <a:bodyPr/>
        <a:lstStyle/>
        <a:p>
          <a:endParaRPr lang="en-GB"/>
        </a:p>
      </dgm:t>
    </dgm:pt>
    <dgm:pt modelId="{1957AA38-6276-4BF3-9A70-A5A0DF0DF1E7}" type="sibTrans" cxnId="{0EC1ABCC-6C04-496F-B64D-DF687615BB5A}">
      <dgm:prSet/>
      <dgm:spPr/>
      <dgm:t>
        <a:bodyPr/>
        <a:lstStyle/>
        <a:p>
          <a:endParaRPr lang="en-GB"/>
        </a:p>
      </dgm:t>
    </dgm:pt>
    <dgm:pt modelId="{2770778A-9015-4095-8A77-92BD24D1A1F5}">
      <dgm:prSet/>
      <dgm:spPr/>
      <dgm:t>
        <a:bodyPr/>
        <a:lstStyle/>
        <a:p>
          <a:r>
            <a:rPr lang="en-US"/>
            <a:t>Risk scoring implementation. </a:t>
          </a:r>
          <a:endParaRPr lang="en-IN"/>
        </a:p>
      </dgm:t>
    </dgm:pt>
    <dgm:pt modelId="{77A008B5-357A-453A-8E71-B9C22D33D16F}" type="parTrans" cxnId="{E853DC36-8BEF-4CD9-AF95-3DCA8E73A44E}">
      <dgm:prSet/>
      <dgm:spPr/>
      <dgm:t>
        <a:bodyPr/>
        <a:lstStyle/>
        <a:p>
          <a:endParaRPr lang="en-GB"/>
        </a:p>
      </dgm:t>
    </dgm:pt>
    <dgm:pt modelId="{7BFBE3D7-C63B-4387-8D5B-2AE0D96AA49E}" type="sibTrans" cxnId="{E853DC36-8BEF-4CD9-AF95-3DCA8E73A44E}">
      <dgm:prSet/>
      <dgm:spPr/>
      <dgm:t>
        <a:bodyPr/>
        <a:lstStyle/>
        <a:p>
          <a:endParaRPr lang="en-GB"/>
        </a:p>
      </dgm:t>
    </dgm:pt>
    <dgm:pt modelId="{4FD5D679-33C6-47B2-AF39-97DE96F7EC13}">
      <dgm:prSet/>
      <dgm:spPr/>
      <dgm:t>
        <a:bodyPr/>
        <a:lstStyle/>
        <a:p>
          <a:r>
            <a:rPr lang="en-US"/>
            <a:t>Streamlit dashboard development. </a:t>
          </a:r>
          <a:endParaRPr lang="en-IN"/>
        </a:p>
      </dgm:t>
    </dgm:pt>
    <dgm:pt modelId="{2C174F32-3CCC-43DD-9D3D-BD518FB9CF7D}" type="parTrans" cxnId="{718EC2CE-80B2-48B3-8584-A2FF9DFFE889}">
      <dgm:prSet/>
      <dgm:spPr/>
      <dgm:t>
        <a:bodyPr/>
        <a:lstStyle/>
        <a:p>
          <a:endParaRPr lang="en-GB"/>
        </a:p>
      </dgm:t>
    </dgm:pt>
    <dgm:pt modelId="{96FCE1BC-8172-4478-AC07-FDF43366223C}" type="sibTrans" cxnId="{718EC2CE-80B2-48B3-8584-A2FF9DFFE889}">
      <dgm:prSet/>
      <dgm:spPr/>
      <dgm:t>
        <a:bodyPr/>
        <a:lstStyle/>
        <a:p>
          <a:endParaRPr lang="en-GB"/>
        </a:p>
      </dgm:t>
    </dgm:pt>
    <dgm:pt modelId="{DDA47D96-0C50-4F53-BD01-CC809727ABC3}">
      <dgm:prSet/>
      <dgm:spPr/>
      <dgm:t>
        <a:bodyPr/>
        <a:lstStyle/>
        <a:p>
          <a:r>
            <a:rPr lang="en-US"/>
            <a:t>Testing, validation and dissertation completion.</a:t>
          </a:r>
          <a:endParaRPr lang="en-IN"/>
        </a:p>
      </dgm:t>
    </dgm:pt>
    <dgm:pt modelId="{27E3B48E-13AC-43E1-998C-879384E777A8}" type="parTrans" cxnId="{5F1F83FB-12EA-47A2-9DFC-50567D677D10}">
      <dgm:prSet/>
      <dgm:spPr/>
      <dgm:t>
        <a:bodyPr/>
        <a:lstStyle/>
        <a:p>
          <a:endParaRPr lang="en-GB"/>
        </a:p>
      </dgm:t>
    </dgm:pt>
    <dgm:pt modelId="{0F7BE95B-9EEA-4D89-92AF-A39E8DB33D2E}" type="sibTrans" cxnId="{5F1F83FB-12EA-47A2-9DFC-50567D677D10}">
      <dgm:prSet/>
      <dgm:spPr/>
      <dgm:t>
        <a:bodyPr/>
        <a:lstStyle/>
        <a:p>
          <a:endParaRPr lang="en-GB"/>
        </a:p>
      </dgm:t>
    </dgm:pt>
    <dgm:pt modelId="{3FF97ED2-0631-42CD-A0A1-87CC8CA14907}" type="pres">
      <dgm:prSet presAssocID="{66754D34-B83C-468E-866D-F3466E0790C9}" presName="linear" presStyleCnt="0">
        <dgm:presLayoutVars>
          <dgm:dir/>
          <dgm:animLvl val="lvl"/>
          <dgm:resizeHandles val="exact"/>
        </dgm:presLayoutVars>
      </dgm:prSet>
      <dgm:spPr/>
    </dgm:pt>
    <dgm:pt modelId="{B6D265C9-36A9-4274-827C-72D794EA2F39}" type="pres">
      <dgm:prSet presAssocID="{292A3AA2-1DC2-4C72-9DD5-850142C0CDCE}" presName="parentLin" presStyleCnt="0"/>
      <dgm:spPr/>
    </dgm:pt>
    <dgm:pt modelId="{62FE7DDD-0B60-4582-B3C3-3C728304C8AC}" type="pres">
      <dgm:prSet presAssocID="{292A3AA2-1DC2-4C72-9DD5-850142C0CDCE}" presName="parentLeftMargin" presStyleLbl="node1" presStyleIdx="0" presStyleCnt="4"/>
      <dgm:spPr/>
    </dgm:pt>
    <dgm:pt modelId="{049F3283-EBAB-4760-9E93-0632DC9B9A15}" type="pres">
      <dgm:prSet presAssocID="{292A3AA2-1DC2-4C72-9DD5-850142C0CDC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88B19C6-5528-4D81-B9AB-9BD546F551E7}" type="pres">
      <dgm:prSet presAssocID="{292A3AA2-1DC2-4C72-9DD5-850142C0CDCE}" presName="negativeSpace" presStyleCnt="0"/>
      <dgm:spPr/>
    </dgm:pt>
    <dgm:pt modelId="{0A940093-70C1-46AB-8105-1FE51EF4CEDD}" type="pres">
      <dgm:prSet presAssocID="{292A3AA2-1DC2-4C72-9DD5-850142C0CDCE}" presName="childText" presStyleLbl="conFgAcc1" presStyleIdx="0" presStyleCnt="4">
        <dgm:presLayoutVars>
          <dgm:bulletEnabled val="1"/>
        </dgm:presLayoutVars>
      </dgm:prSet>
      <dgm:spPr/>
    </dgm:pt>
    <dgm:pt modelId="{FF074116-A78B-4E16-9D95-3C5DC29A866F}" type="pres">
      <dgm:prSet presAssocID="{D171BDB7-51AE-458A-9AAC-18582AB163E4}" presName="spaceBetweenRectangles" presStyleCnt="0"/>
      <dgm:spPr/>
    </dgm:pt>
    <dgm:pt modelId="{0ECC27AE-651A-4459-863C-5080A9F70DE1}" type="pres">
      <dgm:prSet presAssocID="{435BDBE0-A78D-485A-B6A9-63A96C0995EE}" presName="parentLin" presStyleCnt="0"/>
      <dgm:spPr/>
    </dgm:pt>
    <dgm:pt modelId="{368298BE-2040-4C4A-8E0A-6A64D36E22A9}" type="pres">
      <dgm:prSet presAssocID="{435BDBE0-A78D-485A-B6A9-63A96C0995EE}" presName="parentLeftMargin" presStyleLbl="node1" presStyleIdx="0" presStyleCnt="4"/>
      <dgm:spPr/>
    </dgm:pt>
    <dgm:pt modelId="{CB0D53D6-8BFC-4971-84B2-5DCFB1693B5A}" type="pres">
      <dgm:prSet presAssocID="{435BDBE0-A78D-485A-B6A9-63A96C0995E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7BFA78E-1933-4196-A81F-ECACDC0CD478}" type="pres">
      <dgm:prSet presAssocID="{435BDBE0-A78D-485A-B6A9-63A96C0995EE}" presName="negativeSpace" presStyleCnt="0"/>
      <dgm:spPr/>
    </dgm:pt>
    <dgm:pt modelId="{B3938C6F-A548-44D4-8698-369E4BD4A48F}" type="pres">
      <dgm:prSet presAssocID="{435BDBE0-A78D-485A-B6A9-63A96C0995EE}" presName="childText" presStyleLbl="conFgAcc1" presStyleIdx="1" presStyleCnt="4">
        <dgm:presLayoutVars>
          <dgm:bulletEnabled val="1"/>
        </dgm:presLayoutVars>
      </dgm:prSet>
      <dgm:spPr/>
    </dgm:pt>
    <dgm:pt modelId="{ADEA5F64-F078-4EBB-AC5B-EBA7700CC3D9}" type="pres">
      <dgm:prSet presAssocID="{8F248DD4-4E45-4032-8CB6-717A8B78C6D2}" presName="spaceBetweenRectangles" presStyleCnt="0"/>
      <dgm:spPr/>
    </dgm:pt>
    <dgm:pt modelId="{FA6FC99B-2CB7-481D-986C-27962208AF7F}" type="pres">
      <dgm:prSet presAssocID="{1065B238-9D80-40EE-A997-5CC17B811083}" presName="parentLin" presStyleCnt="0"/>
      <dgm:spPr/>
    </dgm:pt>
    <dgm:pt modelId="{C077F8D4-7551-4FE1-BA36-08F4960EAA62}" type="pres">
      <dgm:prSet presAssocID="{1065B238-9D80-40EE-A997-5CC17B811083}" presName="parentLeftMargin" presStyleLbl="node1" presStyleIdx="1" presStyleCnt="4"/>
      <dgm:spPr/>
    </dgm:pt>
    <dgm:pt modelId="{27622EDC-D6B1-4231-9EB4-F8B172F3234F}" type="pres">
      <dgm:prSet presAssocID="{1065B238-9D80-40EE-A997-5CC17B81108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14C7AEA-D78A-43A2-86C4-724633D8E0C0}" type="pres">
      <dgm:prSet presAssocID="{1065B238-9D80-40EE-A997-5CC17B811083}" presName="negativeSpace" presStyleCnt="0"/>
      <dgm:spPr/>
    </dgm:pt>
    <dgm:pt modelId="{99CD6B70-25AA-45DC-8A8E-84312E90033A}" type="pres">
      <dgm:prSet presAssocID="{1065B238-9D80-40EE-A997-5CC17B811083}" presName="childText" presStyleLbl="conFgAcc1" presStyleIdx="2" presStyleCnt="4">
        <dgm:presLayoutVars>
          <dgm:bulletEnabled val="1"/>
        </dgm:presLayoutVars>
      </dgm:prSet>
      <dgm:spPr/>
    </dgm:pt>
    <dgm:pt modelId="{979A7662-F18E-49DA-BA73-FC300E4D35B3}" type="pres">
      <dgm:prSet presAssocID="{76091DC6-FC21-4CDF-A7D0-1E6FB72FB8A0}" presName="spaceBetweenRectangles" presStyleCnt="0"/>
      <dgm:spPr/>
    </dgm:pt>
    <dgm:pt modelId="{3304371E-352A-4F6E-B45A-5BB6028605A7}" type="pres">
      <dgm:prSet presAssocID="{101D1464-75AB-4BAF-956D-023AB86D2D71}" presName="parentLin" presStyleCnt="0"/>
      <dgm:spPr/>
    </dgm:pt>
    <dgm:pt modelId="{7B624805-7EE5-4348-9793-397495B0428E}" type="pres">
      <dgm:prSet presAssocID="{101D1464-75AB-4BAF-956D-023AB86D2D71}" presName="parentLeftMargin" presStyleLbl="node1" presStyleIdx="2" presStyleCnt="4"/>
      <dgm:spPr/>
    </dgm:pt>
    <dgm:pt modelId="{5493645E-8C71-4CF3-81C7-44F25FDDB358}" type="pres">
      <dgm:prSet presAssocID="{101D1464-75AB-4BAF-956D-023AB86D2D71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C1FAE67C-4F48-4B32-8ECE-7E875B787859}" type="pres">
      <dgm:prSet presAssocID="{101D1464-75AB-4BAF-956D-023AB86D2D71}" presName="negativeSpace" presStyleCnt="0"/>
      <dgm:spPr/>
    </dgm:pt>
    <dgm:pt modelId="{230ADA1B-3A38-4A09-BBFE-4B9D8819D9DE}" type="pres">
      <dgm:prSet presAssocID="{101D1464-75AB-4BAF-956D-023AB86D2D71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7E92A204-B446-45B9-ACBB-6D6762337519}" type="presOf" srcId="{292A3AA2-1DC2-4C72-9DD5-850142C0CDCE}" destId="{62FE7DDD-0B60-4582-B3C3-3C728304C8AC}" srcOrd="0" destOrd="0" presId="urn:microsoft.com/office/officeart/2005/8/layout/list1"/>
    <dgm:cxn modelId="{79C7F513-383C-465D-9D3E-C8CD464B099E}" srcId="{292A3AA2-1DC2-4C72-9DD5-850142C0CDCE}" destId="{103E35E7-AB28-48C6-8795-D4AB9973CAF6}" srcOrd="1" destOrd="0" parTransId="{55AE1513-FF4D-487D-A3CC-8182E2F02346}" sibTransId="{9687C903-3903-4B85-8BE3-B1A5B4220FD6}"/>
    <dgm:cxn modelId="{D0C5801B-B6B9-4AC7-95E1-ADA03C1DF283}" srcId="{66754D34-B83C-468E-866D-F3466E0790C9}" destId="{435BDBE0-A78D-485A-B6A9-63A96C0995EE}" srcOrd="1" destOrd="0" parTransId="{E082A6F2-6420-46C2-BDA9-B78DCA7D32C6}" sibTransId="{8F248DD4-4E45-4032-8CB6-717A8B78C6D2}"/>
    <dgm:cxn modelId="{0317C71C-0AEF-4D59-A686-7CF876038E57}" type="presOf" srcId="{74D53595-61F4-4ACF-A0E6-2A7FAF14157B}" destId="{B3938C6F-A548-44D4-8698-369E4BD4A48F}" srcOrd="0" destOrd="0" presId="urn:microsoft.com/office/officeart/2005/8/layout/list1"/>
    <dgm:cxn modelId="{8070EF21-30E9-41B7-97CD-618FCDAA0378}" type="presOf" srcId="{1065B238-9D80-40EE-A997-5CC17B811083}" destId="{27622EDC-D6B1-4231-9EB4-F8B172F3234F}" srcOrd="1" destOrd="0" presId="urn:microsoft.com/office/officeart/2005/8/layout/list1"/>
    <dgm:cxn modelId="{2B0DF921-3251-4E79-A363-A6E04000B359}" type="presOf" srcId="{435BDBE0-A78D-485A-B6A9-63A96C0995EE}" destId="{368298BE-2040-4C4A-8E0A-6A64D36E22A9}" srcOrd="0" destOrd="0" presId="urn:microsoft.com/office/officeart/2005/8/layout/list1"/>
    <dgm:cxn modelId="{6EE6FB29-86FE-45D2-A26E-BC0B8BF66C1F}" type="presOf" srcId="{101D1464-75AB-4BAF-956D-023AB86D2D71}" destId="{7B624805-7EE5-4348-9793-397495B0428E}" srcOrd="0" destOrd="0" presId="urn:microsoft.com/office/officeart/2005/8/layout/list1"/>
    <dgm:cxn modelId="{3275FD2E-67F9-4A60-8F3A-644EEAAC74C7}" type="presOf" srcId="{1065B238-9D80-40EE-A997-5CC17B811083}" destId="{C077F8D4-7551-4FE1-BA36-08F4960EAA62}" srcOrd="0" destOrd="0" presId="urn:microsoft.com/office/officeart/2005/8/layout/list1"/>
    <dgm:cxn modelId="{D0E2D531-35C7-4EB0-96B3-2A108D704FB2}" srcId="{1065B238-9D80-40EE-A997-5CC17B811083}" destId="{4E293DB0-D1F9-4A83-AEB6-3C33620C58DB}" srcOrd="0" destOrd="0" parTransId="{E515D786-410E-43D6-AB04-700FE6C3C6AA}" sibTransId="{A529EC3B-0757-4442-8F37-049E8F63D9E9}"/>
    <dgm:cxn modelId="{31ADF635-2109-42B1-B91A-A688FB432003}" srcId="{66754D34-B83C-468E-866D-F3466E0790C9}" destId="{101D1464-75AB-4BAF-956D-023AB86D2D71}" srcOrd="3" destOrd="0" parTransId="{103CC796-640C-428B-B8D1-D76277113331}" sibTransId="{532FCA3D-1503-4511-BF94-314FB2F8C59D}"/>
    <dgm:cxn modelId="{E853DC36-8BEF-4CD9-AF95-3DCA8E73A44E}" srcId="{101D1464-75AB-4BAF-956D-023AB86D2D71}" destId="{2770778A-9015-4095-8A77-92BD24D1A1F5}" srcOrd="1" destOrd="0" parTransId="{77A008B5-357A-453A-8E71-B9C22D33D16F}" sibTransId="{7BFBE3D7-C63B-4387-8D5B-2AE0D96AA49E}"/>
    <dgm:cxn modelId="{4391093E-2F6A-4179-A236-03AE6E882CD1}" type="presOf" srcId="{78E88B79-033B-4D4C-AAAF-66DD5DEFFBDD}" destId="{0A940093-70C1-46AB-8105-1FE51EF4CEDD}" srcOrd="0" destOrd="0" presId="urn:microsoft.com/office/officeart/2005/8/layout/list1"/>
    <dgm:cxn modelId="{ECB20761-88F8-4A76-9F4F-7AD99BA687FB}" type="presOf" srcId="{4FD5D679-33C6-47B2-AF39-97DE96F7EC13}" destId="{230ADA1B-3A38-4A09-BBFE-4B9D8819D9DE}" srcOrd="0" destOrd="2" presId="urn:microsoft.com/office/officeart/2005/8/layout/list1"/>
    <dgm:cxn modelId="{E1EF0F69-8DE2-46F7-994A-205C3DF67569}" type="presOf" srcId="{DDA47D96-0C50-4F53-BD01-CC809727ABC3}" destId="{230ADA1B-3A38-4A09-BBFE-4B9D8819D9DE}" srcOrd="0" destOrd="3" presId="urn:microsoft.com/office/officeart/2005/8/layout/list1"/>
    <dgm:cxn modelId="{C54CA46C-72DB-4FDD-AE68-0E94088DA3D0}" srcId="{435BDBE0-A78D-485A-B6A9-63A96C0995EE}" destId="{74D53595-61F4-4ACF-A0E6-2A7FAF14157B}" srcOrd="0" destOrd="0" parTransId="{59F46B7A-0BA3-4D01-A33F-DBF3C4A4CD56}" sibTransId="{B13EF966-7357-4D95-A1B9-BE9D1E3F492D}"/>
    <dgm:cxn modelId="{A8E06F52-2171-4C79-B736-E01C2119C9B5}" type="presOf" srcId="{B7D4D016-43C5-4C13-8D36-1851B87CF23C}" destId="{B3938C6F-A548-44D4-8698-369E4BD4A48F}" srcOrd="0" destOrd="1" presId="urn:microsoft.com/office/officeart/2005/8/layout/list1"/>
    <dgm:cxn modelId="{2334CD74-25F0-49E0-89A5-5A3F424B4585}" type="presOf" srcId="{103E35E7-AB28-48C6-8795-D4AB9973CAF6}" destId="{0A940093-70C1-46AB-8105-1FE51EF4CEDD}" srcOrd="0" destOrd="1" presId="urn:microsoft.com/office/officeart/2005/8/layout/list1"/>
    <dgm:cxn modelId="{257A0D75-AF21-4F9B-9645-3CB7F307B9F0}" type="presOf" srcId="{66754D34-B83C-468E-866D-F3466E0790C9}" destId="{3FF97ED2-0631-42CD-A0A1-87CC8CA14907}" srcOrd="0" destOrd="0" presId="urn:microsoft.com/office/officeart/2005/8/layout/list1"/>
    <dgm:cxn modelId="{90DB8393-4F8E-49C5-A0F4-4991E92161CD}" type="presOf" srcId="{F69C6697-2D83-40BF-9882-3F57757BB496}" destId="{230ADA1B-3A38-4A09-BBFE-4B9D8819D9DE}" srcOrd="0" destOrd="0" presId="urn:microsoft.com/office/officeart/2005/8/layout/list1"/>
    <dgm:cxn modelId="{9BDC1D9A-207D-4F09-9D49-10C31C3F6469}" srcId="{66754D34-B83C-468E-866D-F3466E0790C9}" destId="{1065B238-9D80-40EE-A997-5CC17B811083}" srcOrd="2" destOrd="0" parTransId="{B55631C0-9D3E-4414-9743-5765898683FE}" sibTransId="{76091DC6-FC21-4CDF-A7D0-1E6FB72FB8A0}"/>
    <dgm:cxn modelId="{F7278D9C-4CF3-46F2-A864-E4423F1CFC9C}" srcId="{1065B238-9D80-40EE-A997-5CC17B811083}" destId="{9E1066F3-9E45-4941-9A8C-7307ECADEA79}" srcOrd="1" destOrd="0" parTransId="{D6724F13-787B-41C1-8CFF-037F71FD05B2}" sibTransId="{29CEC921-70BC-4C7D-A090-430B73A7BEC0}"/>
    <dgm:cxn modelId="{E6C346A4-E407-4F37-81AD-F6A4FF86A0F0}" srcId="{66754D34-B83C-468E-866D-F3466E0790C9}" destId="{292A3AA2-1DC2-4C72-9DD5-850142C0CDCE}" srcOrd="0" destOrd="0" parTransId="{FC5F1188-ED49-4E31-BAE4-1F5E917959DD}" sibTransId="{D171BDB7-51AE-458A-9AAC-18582AB163E4}"/>
    <dgm:cxn modelId="{B88F14B5-2597-40DB-807A-97BC0946BF73}" type="presOf" srcId="{435BDBE0-A78D-485A-B6A9-63A96C0995EE}" destId="{CB0D53D6-8BFC-4971-84B2-5DCFB1693B5A}" srcOrd="1" destOrd="0" presId="urn:microsoft.com/office/officeart/2005/8/layout/list1"/>
    <dgm:cxn modelId="{C7B6DEB9-D1D9-4FCF-B4A9-CCFD6282D2FC}" type="presOf" srcId="{2770778A-9015-4095-8A77-92BD24D1A1F5}" destId="{230ADA1B-3A38-4A09-BBFE-4B9D8819D9DE}" srcOrd="0" destOrd="1" presId="urn:microsoft.com/office/officeart/2005/8/layout/list1"/>
    <dgm:cxn modelId="{7BB9CDBE-97D8-49DA-926F-D4E22A2E4392}" srcId="{292A3AA2-1DC2-4C72-9DD5-850142C0CDCE}" destId="{78E88B79-033B-4D4C-AAAF-66DD5DEFFBDD}" srcOrd="0" destOrd="0" parTransId="{9EEE073A-DBAC-45A9-AEB1-ED5D8381AE3B}" sibTransId="{28BACDB5-1061-4C18-877A-3089400E5487}"/>
    <dgm:cxn modelId="{F12629C0-3097-415F-962A-C1EB794BD9BF}" type="presOf" srcId="{4E293DB0-D1F9-4A83-AEB6-3C33620C58DB}" destId="{99CD6B70-25AA-45DC-8A8E-84312E90033A}" srcOrd="0" destOrd="0" presId="urn:microsoft.com/office/officeart/2005/8/layout/list1"/>
    <dgm:cxn modelId="{BD1EC3C8-652D-4511-84E7-6F0974AAFE88}" type="presOf" srcId="{292A3AA2-1DC2-4C72-9DD5-850142C0CDCE}" destId="{049F3283-EBAB-4760-9E93-0632DC9B9A15}" srcOrd="1" destOrd="0" presId="urn:microsoft.com/office/officeart/2005/8/layout/list1"/>
    <dgm:cxn modelId="{0EC1ABCC-6C04-496F-B64D-DF687615BB5A}" srcId="{101D1464-75AB-4BAF-956D-023AB86D2D71}" destId="{F69C6697-2D83-40BF-9882-3F57757BB496}" srcOrd="0" destOrd="0" parTransId="{4342E0C8-929F-45FD-BE57-DA399F9021EE}" sibTransId="{1957AA38-6276-4BF3-9A70-A5A0DF0DF1E7}"/>
    <dgm:cxn modelId="{718EC2CE-80B2-48B3-8584-A2FF9DFFE889}" srcId="{101D1464-75AB-4BAF-956D-023AB86D2D71}" destId="{4FD5D679-33C6-47B2-AF39-97DE96F7EC13}" srcOrd="2" destOrd="0" parTransId="{2C174F32-3CCC-43DD-9D3D-BD518FB9CF7D}" sibTransId="{96FCE1BC-8172-4478-AC07-FDF43366223C}"/>
    <dgm:cxn modelId="{6F934CD4-2AFC-4A18-9306-018EC706437C}" type="presOf" srcId="{9E1066F3-9E45-4941-9A8C-7307ECADEA79}" destId="{99CD6B70-25AA-45DC-8A8E-84312E90033A}" srcOrd="0" destOrd="1" presId="urn:microsoft.com/office/officeart/2005/8/layout/list1"/>
    <dgm:cxn modelId="{97F3FBD5-4AD6-445A-A3A2-A074B380CDA4}" srcId="{435BDBE0-A78D-485A-B6A9-63A96C0995EE}" destId="{B7D4D016-43C5-4C13-8D36-1851B87CF23C}" srcOrd="1" destOrd="0" parTransId="{8558C56D-4F3F-47C9-976B-2C3AD86F1DF0}" sibTransId="{09041010-5725-4A03-8475-5455834C270A}"/>
    <dgm:cxn modelId="{4CA7B7F1-0617-474B-A9B3-4AA822343111}" type="presOf" srcId="{101D1464-75AB-4BAF-956D-023AB86D2D71}" destId="{5493645E-8C71-4CF3-81C7-44F25FDDB358}" srcOrd="1" destOrd="0" presId="urn:microsoft.com/office/officeart/2005/8/layout/list1"/>
    <dgm:cxn modelId="{5F1F83FB-12EA-47A2-9DFC-50567D677D10}" srcId="{101D1464-75AB-4BAF-956D-023AB86D2D71}" destId="{DDA47D96-0C50-4F53-BD01-CC809727ABC3}" srcOrd="3" destOrd="0" parTransId="{27E3B48E-13AC-43E1-998C-879384E777A8}" sibTransId="{0F7BE95B-9EEA-4D89-92AF-A39E8DB33D2E}"/>
    <dgm:cxn modelId="{57293513-DDF1-40E1-83A2-BFE11108C115}" type="presParOf" srcId="{3FF97ED2-0631-42CD-A0A1-87CC8CA14907}" destId="{B6D265C9-36A9-4274-827C-72D794EA2F39}" srcOrd="0" destOrd="0" presId="urn:microsoft.com/office/officeart/2005/8/layout/list1"/>
    <dgm:cxn modelId="{BF3DDF0A-EE84-410B-98C2-F3B5FA290270}" type="presParOf" srcId="{B6D265C9-36A9-4274-827C-72D794EA2F39}" destId="{62FE7DDD-0B60-4582-B3C3-3C728304C8AC}" srcOrd="0" destOrd="0" presId="urn:microsoft.com/office/officeart/2005/8/layout/list1"/>
    <dgm:cxn modelId="{E3404ABB-8FBC-409E-8742-6F438E99F3ED}" type="presParOf" srcId="{B6D265C9-36A9-4274-827C-72D794EA2F39}" destId="{049F3283-EBAB-4760-9E93-0632DC9B9A15}" srcOrd="1" destOrd="0" presId="urn:microsoft.com/office/officeart/2005/8/layout/list1"/>
    <dgm:cxn modelId="{8E83370B-ED41-4799-845C-4670A9A78638}" type="presParOf" srcId="{3FF97ED2-0631-42CD-A0A1-87CC8CA14907}" destId="{A88B19C6-5528-4D81-B9AB-9BD546F551E7}" srcOrd="1" destOrd="0" presId="urn:microsoft.com/office/officeart/2005/8/layout/list1"/>
    <dgm:cxn modelId="{2D187A21-F41D-4599-B0A0-270C7E13A45A}" type="presParOf" srcId="{3FF97ED2-0631-42CD-A0A1-87CC8CA14907}" destId="{0A940093-70C1-46AB-8105-1FE51EF4CEDD}" srcOrd="2" destOrd="0" presId="urn:microsoft.com/office/officeart/2005/8/layout/list1"/>
    <dgm:cxn modelId="{BCF6744B-22E2-41D2-9300-4F0B5C31DF41}" type="presParOf" srcId="{3FF97ED2-0631-42CD-A0A1-87CC8CA14907}" destId="{FF074116-A78B-4E16-9D95-3C5DC29A866F}" srcOrd="3" destOrd="0" presId="urn:microsoft.com/office/officeart/2005/8/layout/list1"/>
    <dgm:cxn modelId="{553999FA-2DFD-49F5-A5B1-6A84EF1EEB67}" type="presParOf" srcId="{3FF97ED2-0631-42CD-A0A1-87CC8CA14907}" destId="{0ECC27AE-651A-4459-863C-5080A9F70DE1}" srcOrd="4" destOrd="0" presId="urn:microsoft.com/office/officeart/2005/8/layout/list1"/>
    <dgm:cxn modelId="{7225C669-A22B-4E0B-B14D-40686DC9D965}" type="presParOf" srcId="{0ECC27AE-651A-4459-863C-5080A9F70DE1}" destId="{368298BE-2040-4C4A-8E0A-6A64D36E22A9}" srcOrd="0" destOrd="0" presId="urn:microsoft.com/office/officeart/2005/8/layout/list1"/>
    <dgm:cxn modelId="{DAE64E26-DC02-4CDA-B368-FAA74FFD569D}" type="presParOf" srcId="{0ECC27AE-651A-4459-863C-5080A9F70DE1}" destId="{CB0D53D6-8BFC-4971-84B2-5DCFB1693B5A}" srcOrd="1" destOrd="0" presId="urn:microsoft.com/office/officeart/2005/8/layout/list1"/>
    <dgm:cxn modelId="{A7CB7841-04A1-424B-BA82-7BA5C53CDA94}" type="presParOf" srcId="{3FF97ED2-0631-42CD-A0A1-87CC8CA14907}" destId="{97BFA78E-1933-4196-A81F-ECACDC0CD478}" srcOrd="5" destOrd="0" presId="urn:microsoft.com/office/officeart/2005/8/layout/list1"/>
    <dgm:cxn modelId="{F720E44F-881F-4254-B8C2-323B068C6572}" type="presParOf" srcId="{3FF97ED2-0631-42CD-A0A1-87CC8CA14907}" destId="{B3938C6F-A548-44D4-8698-369E4BD4A48F}" srcOrd="6" destOrd="0" presId="urn:microsoft.com/office/officeart/2005/8/layout/list1"/>
    <dgm:cxn modelId="{D780AD8F-68CD-41FE-B7AD-683E6E418067}" type="presParOf" srcId="{3FF97ED2-0631-42CD-A0A1-87CC8CA14907}" destId="{ADEA5F64-F078-4EBB-AC5B-EBA7700CC3D9}" srcOrd="7" destOrd="0" presId="urn:microsoft.com/office/officeart/2005/8/layout/list1"/>
    <dgm:cxn modelId="{B8AE10F4-A462-4610-88EF-A3DA1B8B0DD6}" type="presParOf" srcId="{3FF97ED2-0631-42CD-A0A1-87CC8CA14907}" destId="{FA6FC99B-2CB7-481D-986C-27962208AF7F}" srcOrd="8" destOrd="0" presId="urn:microsoft.com/office/officeart/2005/8/layout/list1"/>
    <dgm:cxn modelId="{956B026A-C54F-45F2-91BE-F7818A8F229B}" type="presParOf" srcId="{FA6FC99B-2CB7-481D-986C-27962208AF7F}" destId="{C077F8D4-7551-4FE1-BA36-08F4960EAA62}" srcOrd="0" destOrd="0" presId="urn:microsoft.com/office/officeart/2005/8/layout/list1"/>
    <dgm:cxn modelId="{687F2F3C-0E39-49FF-AD7D-B35C9A77B73D}" type="presParOf" srcId="{FA6FC99B-2CB7-481D-986C-27962208AF7F}" destId="{27622EDC-D6B1-4231-9EB4-F8B172F3234F}" srcOrd="1" destOrd="0" presId="urn:microsoft.com/office/officeart/2005/8/layout/list1"/>
    <dgm:cxn modelId="{D43E1D4D-76AC-452D-B465-B8AD30F00D00}" type="presParOf" srcId="{3FF97ED2-0631-42CD-A0A1-87CC8CA14907}" destId="{814C7AEA-D78A-43A2-86C4-724633D8E0C0}" srcOrd="9" destOrd="0" presId="urn:microsoft.com/office/officeart/2005/8/layout/list1"/>
    <dgm:cxn modelId="{0D6D9D65-4443-4247-94C3-754C8477D25D}" type="presParOf" srcId="{3FF97ED2-0631-42CD-A0A1-87CC8CA14907}" destId="{99CD6B70-25AA-45DC-8A8E-84312E90033A}" srcOrd="10" destOrd="0" presId="urn:microsoft.com/office/officeart/2005/8/layout/list1"/>
    <dgm:cxn modelId="{3359E57C-D88B-436B-AD10-A8AE8FB29315}" type="presParOf" srcId="{3FF97ED2-0631-42CD-A0A1-87CC8CA14907}" destId="{979A7662-F18E-49DA-BA73-FC300E4D35B3}" srcOrd="11" destOrd="0" presId="urn:microsoft.com/office/officeart/2005/8/layout/list1"/>
    <dgm:cxn modelId="{1450EF25-D4C7-42E1-B877-17CE338A0CEC}" type="presParOf" srcId="{3FF97ED2-0631-42CD-A0A1-87CC8CA14907}" destId="{3304371E-352A-4F6E-B45A-5BB6028605A7}" srcOrd="12" destOrd="0" presId="urn:microsoft.com/office/officeart/2005/8/layout/list1"/>
    <dgm:cxn modelId="{3AECFF7D-8B72-4656-B29F-C0D963F3EF8E}" type="presParOf" srcId="{3304371E-352A-4F6E-B45A-5BB6028605A7}" destId="{7B624805-7EE5-4348-9793-397495B0428E}" srcOrd="0" destOrd="0" presId="urn:microsoft.com/office/officeart/2005/8/layout/list1"/>
    <dgm:cxn modelId="{AE6A2A26-A8E1-479E-9889-04B606EDBDC4}" type="presParOf" srcId="{3304371E-352A-4F6E-B45A-5BB6028605A7}" destId="{5493645E-8C71-4CF3-81C7-44F25FDDB358}" srcOrd="1" destOrd="0" presId="urn:microsoft.com/office/officeart/2005/8/layout/list1"/>
    <dgm:cxn modelId="{04AB90BD-0674-4B68-9367-1690C4F7D505}" type="presParOf" srcId="{3FF97ED2-0631-42CD-A0A1-87CC8CA14907}" destId="{C1FAE67C-4F48-4B32-8ECE-7E875B787859}" srcOrd="13" destOrd="0" presId="urn:microsoft.com/office/officeart/2005/8/layout/list1"/>
    <dgm:cxn modelId="{48D1A4FF-16E1-4CDE-8E49-25A999AF74F2}" type="presParOf" srcId="{3FF97ED2-0631-42CD-A0A1-87CC8CA14907}" destId="{230ADA1B-3A38-4A09-BBFE-4B9D8819D9DE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F5C4A4A-B0B9-4905-B4A2-5C0ED45F9DFB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GB"/>
        </a:p>
      </dgm:t>
    </dgm:pt>
    <dgm:pt modelId="{5099E8E9-5618-451F-B399-FFAF9039D4DF}">
      <dgm:prSet/>
      <dgm:spPr/>
      <dgm:t>
        <a:bodyPr/>
        <a:lstStyle/>
        <a:p>
          <a:r>
            <a:rPr lang="en-US" b="1" dirty="0"/>
            <a:t>Software Supply Chain Threats: </a:t>
          </a:r>
          <a:r>
            <a:rPr lang="en-US" dirty="0" err="1"/>
            <a:t>Gokkaya</a:t>
          </a:r>
          <a:r>
            <a:rPr lang="en-US" dirty="0"/>
            <a:t> et al. (2025) identify software supply chain attacks as a growing cybersecurity threat driven by increasing dependency on open-source repositories. </a:t>
          </a:r>
          <a:endParaRPr lang="en-IN" dirty="0"/>
        </a:p>
      </dgm:t>
    </dgm:pt>
    <dgm:pt modelId="{60182596-CE24-43CB-8C65-9E9A203726A3}" type="parTrans" cxnId="{E15ABB98-A55E-4027-9AD2-C527B645572A}">
      <dgm:prSet/>
      <dgm:spPr/>
      <dgm:t>
        <a:bodyPr/>
        <a:lstStyle/>
        <a:p>
          <a:endParaRPr lang="en-GB"/>
        </a:p>
      </dgm:t>
    </dgm:pt>
    <dgm:pt modelId="{2914A57F-5378-4801-9795-EE2601489145}" type="sibTrans" cxnId="{E15ABB98-A55E-4027-9AD2-C527B645572A}">
      <dgm:prSet/>
      <dgm:spPr/>
      <dgm:t>
        <a:bodyPr/>
        <a:lstStyle/>
        <a:p>
          <a:endParaRPr lang="en-GB"/>
        </a:p>
      </dgm:t>
    </dgm:pt>
    <dgm:pt modelId="{7BC9297C-3309-4950-84F0-F488954F47BB}">
      <dgm:prSet/>
      <dgm:spPr/>
      <dgm:t>
        <a:bodyPr/>
        <a:lstStyle/>
        <a:p>
          <a:r>
            <a:rPr lang="en-US" b="1" dirty="0"/>
            <a:t>Dependency Confusion and </a:t>
          </a:r>
          <a:r>
            <a:rPr lang="en-US" b="1" dirty="0" err="1"/>
            <a:t>Typosquatting</a:t>
          </a:r>
          <a:r>
            <a:rPr lang="en-US" b="1" dirty="0"/>
            <a:t>: </a:t>
          </a:r>
          <a:r>
            <a:rPr lang="en-US" dirty="0" err="1"/>
            <a:t>Kydyraliev</a:t>
          </a:r>
          <a:r>
            <a:rPr lang="en-US" dirty="0"/>
            <a:t> (2024) and Vu et al. (2025) show that attackers exploit package naming and dependency resolution weaknesses rather than software vulnerabilities themselves. </a:t>
          </a:r>
          <a:endParaRPr lang="en-IN" dirty="0"/>
        </a:p>
      </dgm:t>
    </dgm:pt>
    <dgm:pt modelId="{D31D543B-68F6-4103-8B4C-68F32F895277}" type="parTrans" cxnId="{7A560897-0890-4550-8504-64AECEB31432}">
      <dgm:prSet/>
      <dgm:spPr/>
      <dgm:t>
        <a:bodyPr/>
        <a:lstStyle/>
        <a:p>
          <a:endParaRPr lang="en-GB"/>
        </a:p>
      </dgm:t>
    </dgm:pt>
    <dgm:pt modelId="{2672486D-2D20-4C45-92B1-6F5D09A9B3A1}" type="sibTrans" cxnId="{7A560897-0890-4550-8504-64AECEB31432}">
      <dgm:prSet/>
      <dgm:spPr/>
      <dgm:t>
        <a:bodyPr/>
        <a:lstStyle/>
        <a:p>
          <a:endParaRPr lang="en-GB"/>
        </a:p>
      </dgm:t>
    </dgm:pt>
    <dgm:pt modelId="{E410D2F5-5674-4135-9B0D-D4E957A8C763}">
      <dgm:prSet/>
      <dgm:spPr/>
      <dgm:t>
        <a:bodyPr/>
        <a:lstStyle/>
        <a:p>
          <a:r>
            <a:rPr lang="en-US" b="1" dirty="0"/>
            <a:t>Metadata-Based Detection: </a:t>
          </a:r>
          <a:r>
            <a:rPr lang="en-US" dirty="0"/>
            <a:t>Halder et al. (2024) demonstrate that package metadata can support early threat detection without executing software code. </a:t>
          </a:r>
          <a:endParaRPr lang="en-IN" dirty="0"/>
        </a:p>
      </dgm:t>
    </dgm:pt>
    <dgm:pt modelId="{07837FD9-6742-441B-A93C-0E61A5F46CBB}" type="parTrans" cxnId="{9B721234-8079-4808-923F-060237939752}">
      <dgm:prSet/>
      <dgm:spPr/>
      <dgm:t>
        <a:bodyPr/>
        <a:lstStyle/>
        <a:p>
          <a:endParaRPr lang="en-GB"/>
        </a:p>
      </dgm:t>
    </dgm:pt>
    <dgm:pt modelId="{B0FBDDCF-12D5-43DE-8F23-49E4D69001C4}" type="sibTrans" cxnId="{9B721234-8079-4808-923F-060237939752}">
      <dgm:prSet/>
      <dgm:spPr/>
      <dgm:t>
        <a:bodyPr/>
        <a:lstStyle/>
        <a:p>
          <a:endParaRPr lang="en-GB"/>
        </a:p>
      </dgm:t>
    </dgm:pt>
    <dgm:pt modelId="{DD31D4A6-7E82-4B15-9177-7A5698925292}">
      <dgm:prSet/>
      <dgm:spPr/>
      <dgm:t>
        <a:bodyPr/>
        <a:lstStyle/>
        <a:p>
          <a:r>
            <a:rPr lang="en-US" b="1"/>
            <a:t>Machine Learning Potential: </a:t>
          </a:r>
          <a:r>
            <a:rPr lang="en-US"/>
            <a:t>Zhang et al. (2024) highlight that machine learning can detect complex attack patterns beyond traditional rule-based approaches. </a:t>
          </a:r>
          <a:endParaRPr lang="en-IN"/>
        </a:p>
      </dgm:t>
    </dgm:pt>
    <dgm:pt modelId="{25A6F007-6F9B-4DB1-A9E7-D7FD001816EA}" type="parTrans" cxnId="{A64B3B23-DC15-482A-89DC-97496CCD29B5}">
      <dgm:prSet/>
      <dgm:spPr/>
      <dgm:t>
        <a:bodyPr/>
        <a:lstStyle/>
        <a:p>
          <a:endParaRPr lang="en-GB"/>
        </a:p>
      </dgm:t>
    </dgm:pt>
    <dgm:pt modelId="{96BB7D92-2EB1-42C0-B6A3-CEBF30782CF0}" type="sibTrans" cxnId="{A64B3B23-DC15-482A-89DC-97496CCD29B5}">
      <dgm:prSet/>
      <dgm:spPr/>
      <dgm:t>
        <a:bodyPr/>
        <a:lstStyle/>
        <a:p>
          <a:endParaRPr lang="en-GB"/>
        </a:p>
      </dgm:t>
    </dgm:pt>
    <dgm:pt modelId="{9D06E502-AAB7-4BC6-8141-51C5F51CB401}">
      <dgm:prSet/>
      <dgm:spPr/>
      <dgm:t>
        <a:bodyPr/>
        <a:lstStyle/>
        <a:p>
          <a:r>
            <a:rPr lang="en-US" b="1"/>
            <a:t>Research Gap: </a:t>
          </a:r>
          <a:r>
            <a:rPr lang="en-US"/>
            <a:t>Existing studies rarely integrate similarity analysis, metadata analysis, risk scoring and machine learning within a deployable detection framework.</a:t>
          </a:r>
          <a:endParaRPr lang="en-IN"/>
        </a:p>
      </dgm:t>
    </dgm:pt>
    <dgm:pt modelId="{4F88CEF6-E384-410D-A876-23ACDA365338}" type="parTrans" cxnId="{6A0FA67E-57E4-412D-A1E9-5142327902AA}">
      <dgm:prSet/>
      <dgm:spPr/>
      <dgm:t>
        <a:bodyPr/>
        <a:lstStyle/>
        <a:p>
          <a:endParaRPr lang="en-GB"/>
        </a:p>
      </dgm:t>
    </dgm:pt>
    <dgm:pt modelId="{AC545319-355C-4D67-B97B-D9D1746C3ABD}" type="sibTrans" cxnId="{6A0FA67E-57E4-412D-A1E9-5142327902AA}">
      <dgm:prSet/>
      <dgm:spPr/>
      <dgm:t>
        <a:bodyPr/>
        <a:lstStyle/>
        <a:p>
          <a:endParaRPr lang="en-GB"/>
        </a:p>
      </dgm:t>
    </dgm:pt>
    <dgm:pt modelId="{07066FBB-A62E-4116-B2A7-7C978D8C4CAD}" type="pres">
      <dgm:prSet presAssocID="{4F5C4A4A-B0B9-4905-B4A2-5C0ED45F9DFB}" presName="linear" presStyleCnt="0">
        <dgm:presLayoutVars>
          <dgm:animLvl val="lvl"/>
          <dgm:resizeHandles val="exact"/>
        </dgm:presLayoutVars>
      </dgm:prSet>
      <dgm:spPr/>
    </dgm:pt>
    <dgm:pt modelId="{30DFD8D7-07EA-4B75-A33E-58AEB183E6C9}" type="pres">
      <dgm:prSet presAssocID="{5099E8E9-5618-451F-B399-FFAF9039D4D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738DA9B-2081-40EA-9DEF-C938A31DBF38}" type="pres">
      <dgm:prSet presAssocID="{2914A57F-5378-4801-9795-EE2601489145}" presName="spacer" presStyleCnt="0"/>
      <dgm:spPr/>
    </dgm:pt>
    <dgm:pt modelId="{92682BB1-AA03-4D99-84A9-1E43C608591F}" type="pres">
      <dgm:prSet presAssocID="{7BC9297C-3309-4950-84F0-F488954F47B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150D041-12EB-4EE8-92C8-F590F198BA9A}" type="pres">
      <dgm:prSet presAssocID="{2672486D-2D20-4C45-92B1-6F5D09A9B3A1}" presName="spacer" presStyleCnt="0"/>
      <dgm:spPr/>
    </dgm:pt>
    <dgm:pt modelId="{27E61866-2951-45A0-92F6-1F9598A4BD4C}" type="pres">
      <dgm:prSet presAssocID="{E410D2F5-5674-4135-9B0D-D4E957A8C76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D098A0D-B739-438F-8F74-F1E515ADD1AA}" type="pres">
      <dgm:prSet presAssocID="{B0FBDDCF-12D5-43DE-8F23-49E4D69001C4}" presName="spacer" presStyleCnt="0"/>
      <dgm:spPr/>
    </dgm:pt>
    <dgm:pt modelId="{BD86EC3A-F2B3-418D-A6C3-93377AA708BF}" type="pres">
      <dgm:prSet presAssocID="{DD31D4A6-7E82-4B15-9177-7A569892529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EEF8BC1-9A5A-4434-A487-BFE9ACE18C79}" type="pres">
      <dgm:prSet presAssocID="{96BB7D92-2EB1-42C0-B6A3-CEBF30782CF0}" presName="spacer" presStyleCnt="0"/>
      <dgm:spPr/>
    </dgm:pt>
    <dgm:pt modelId="{6DE51449-05E9-4AA3-A6BF-3075CC3E9877}" type="pres">
      <dgm:prSet presAssocID="{9D06E502-AAB7-4BC6-8141-51C5F51CB401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FE6920A-E5D4-4AC3-A16A-5F344F58984C}" type="presOf" srcId="{5099E8E9-5618-451F-B399-FFAF9039D4DF}" destId="{30DFD8D7-07EA-4B75-A33E-58AEB183E6C9}" srcOrd="0" destOrd="0" presId="urn:microsoft.com/office/officeart/2005/8/layout/vList2"/>
    <dgm:cxn modelId="{A64B3B23-DC15-482A-89DC-97496CCD29B5}" srcId="{4F5C4A4A-B0B9-4905-B4A2-5C0ED45F9DFB}" destId="{DD31D4A6-7E82-4B15-9177-7A5698925292}" srcOrd="3" destOrd="0" parTransId="{25A6F007-6F9B-4DB1-A9E7-D7FD001816EA}" sibTransId="{96BB7D92-2EB1-42C0-B6A3-CEBF30782CF0}"/>
    <dgm:cxn modelId="{9B721234-8079-4808-923F-060237939752}" srcId="{4F5C4A4A-B0B9-4905-B4A2-5C0ED45F9DFB}" destId="{E410D2F5-5674-4135-9B0D-D4E957A8C763}" srcOrd="2" destOrd="0" parTransId="{07837FD9-6742-441B-A93C-0E61A5F46CBB}" sibTransId="{B0FBDDCF-12D5-43DE-8F23-49E4D69001C4}"/>
    <dgm:cxn modelId="{B7CCD475-1A9C-45B4-B519-6F7B931F2E36}" type="presOf" srcId="{9D06E502-AAB7-4BC6-8141-51C5F51CB401}" destId="{6DE51449-05E9-4AA3-A6BF-3075CC3E9877}" srcOrd="0" destOrd="0" presId="urn:microsoft.com/office/officeart/2005/8/layout/vList2"/>
    <dgm:cxn modelId="{0295B356-3350-4F50-BF8F-D49A7650381A}" type="presOf" srcId="{DD31D4A6-7E82-4B15-9177-7A5698925292}" destId="{BD86EC3A-F2B3-418D-A6C3-93377AA708BF}" srcOrd="0" destOrd="0" presId="urn:microsoft.com/office/officeart/2005/8/layout/vList2"/>
    <dgm:cxn modelId="{6A0FA67E-57E4-412D-A1E9-5142327902AA}" srcId="{4F5C4A4A-B0B9-4905-B4A2-5C0ED45F9DFB}" destId="{9D06E502-AAB7-4BC6-8141-51C5F51CB401}" srcOrd="4" destOrd="0" parTransId="{4F88CEF6-E384-410D-A876-23ACDA365338}" sibTransId="{AC545319-355C-4D67-B97B-D9D1746C3ABD}"/>
    <dgm:cxn modelId="{4A44058B-6CEC-48AB-9259-27A9FA0C538C}" type="presOf" srcId="{7BC9297C-3309-4950-84F0-F488954F47BB}" destId="{92682BB1-AA03-4D99-84A9-1E43C608591F}" srcOrd="0" destOrd="0" presId="urn:microsoft.com/office/officeart/2005/8/layout/vList2"/>
    <dgm:cxn modelId="{7A560897-0890-4550-8504-64AECEB31432}" srcId="{4F5C4A4A-B0B9-4905-B4A2-5C0ED45F9DFB}" destId="{7BC9297C-3309-4950-84F0-F488954F47BB}" srcOrd="1" destOrd="0" parTransId="{D31D543B-68F6-4103-8B4C-68F32F895277}" sibTransId="{2672486D-2D20-4C45-92B1-6F5D09A9B3A1}"/>
    <dgm:cxn modelId="{E15ABB98-A55E-4027-9AD2-C527B645572A}" srcId="{4F5C4A4A-B0B9-4905-B4A2-5C0ED45F9DFB}" destId="{5099E8E9-5618-451F-B399-FFAF9039D4DF}" srcOrd="0" destOrd="0" parTransId="{60182596-CE24-43CB-8C65-9E9A203726A3}" sibTransId="{2914A57F-5378-4801-9795-EE2601489145}"/>
    <dgm:cxn modelId="{64BA9BB4-BDCD-4EA2-90C2-D33FF0D9A7A0}" type="presOf" srcId="{E410D2F5-5674-4135-9B0D-D4E957A8C763}" destId="{27E61866-2951-45A0-92F6-1F9598A4BD4C}" srcOrd="0" destOrd="0" presId="urn:microsoft.com/office/officeart/2005/8/layout/vList2"/>
    <dgm:cxn modelId="{F158D5D4-707C-495F-90D6-35C630749F2D}" type="presOf" srcId="{4F5C4A4A-B0B9-4905-B4A2-5C0ED45F9DFB}" destId="{07066FBB-A62E-4116-B2A7-7C978D8C4CAD}" srcOrd="0" destOrd="0" presId="urn:microsoft.com/office/officeart/2005/8/layout/vList2"/>
    <dgm:cxn modelId="{5D8CB80D-3FA1-4E4A-A04E-7B761713278B}" type="presParOf" srcId="{07066FBB-A62E-4116-B2A7-7C978D8C4CAD}" destId="{30DFD8D7-07EA-4B75-A33E-58AEB183E6C9}" srcOrd="0" destOrd="0" presId="urn:microsoft.com/office/officeart/2005/8/layout/vList2"/>
    <dgm:cxn modelId="{DBC1B86A-4A6D-4ED7-9552-3C43ADC12AB0}" type="presParOf" srcId="{07066FBB-A62E-4116-B2A7-7C978D8C4CAD}" destId="{2738DA9B-2081-40EA-9DEF-C938A31DBF38}" srcOrd="1" destOrd="0" presId="urn:microsoft.com/office/officeart/2005/8/layout/vList2"/>
    <dgm:cxn modelId="{83F988A6-FB41-49F7-A28E-3C5A012B6A4E}" type="presParOf" srcId="{07066FBB-A62E-4116-B2A7-7C978D8C4CAD}" destId="{92682BB1-AA03-4D99-84A9-1E43C608591F}" srcOrd="2" destOrd="0" presId="urn:microsoft.com/office/officeart/2005/8/layout/vList2"/>
    <dgm:cxn modelId="{41D0B4EE-BE23-405F-9D0F-A32110D9AFEE}" type="presParOf" srcId="{07066FBB-A62E-4116-B2A7-7C978D8C4CAD}" destId="{A150D041-12EB-4EE8-92C8-F590F198BA9A}" srcOrd="3" destOrd="0" presId="urn:microsoft.com/office/officeart/2005/8/layout/vList2"/>
    <dgm:cxn modelId="{6CB9A6D8-D254-46C4-BDAC-F2D13E7F7E65}" type="presParOf" srcId="{07066FBB-A62E-4116-B2A7-7C978D8C4CAD}" destId="{27E61866-2951-45A0-92F6-1F9598A4BD4C}" srcOrd="4" destOrd="0" presId="urn:microsoft.com/office/officeart/2005/8/layout/vList2"/>
    <dgm:cxn modelId="{9C1639E1-8F5F-4DA8-A0B2-3993A01F1AB0}" type="presParOf" srcId="{07066FBB-A62E-4116-B2A7-7C978D8C4CAD}" destId="{0D098A0D-B739-438F-8F74-F1E515ADD1AA}" srcOrd="5" destOrd="0" presId="urn:microsoft.com/office/officeart/2005/8/layout/vList2"/>
    <dgm:cxn modelId="{9BD0DE69-EC02-4E6E-830B-467D98CCAD31}" type="presParOf" srcId="{07066FBB-A62E-4116-B2A7-7C978D8C4CAD}" destId="{BD86EC3A-F2B3-418D-A6C3-93377AA708BF}" srcOrd="6" destOrd="0" presId="urn:microsoft.com/office/officeart/2005/8/layout/vList2"/>
    <dgm:cxn modelId="{072DCA5C-905C-47F0-BBAA-5ECF60990647}" type="presParOf" srcId="{07066FBB-A62E-4116-B2A7-7C978D8C4CAD}" destId="{AEEF8BC1-9A5A-4434-A487-BFE9ACE18C79}" srcOrd="7" destOrd="0" presId="urn:microsoft.com/office/officeart/2005/8/layout/vList2"/>
    <dgm:cxn modelId="{35D42345-B5AD-4A94-9E99-3064B703AEE2}" type="presParOf" srcId="{07066FBB-A62E-4116-B2A7-7C978D8C4CAD}" destId="{6DE51449-05E9-4AA3-A6BF-3075CC3E987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141E75-77D3-43B7-A122-A53224474CB2}">
      <dsp:nvSpPr>
        <dsp:cNvPr id="0" name=""/>
        <dsp:cNvSpPr/>
      </dsp:nvSpPr>
      <dsp:spPr>
        <a:xfrm>
          <a:off x="0" y="291675"/>
          <a:ext cx="11808470" cy="1472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6468" tIns="354076" rIns="916468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Open-source repositories contain millions of packages, making manual verification highly time-consuming and impractical. </a:t>
          </a:r>
          <a:endParaRPr lang="en-IN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However, package managers may automatically install malicious packages when attackers exploit dependency resolution mechanisms. </a:t>
          </a:r>
          <a:endParaRPr lang="en-IN" sz="1700" kern="1200"/>
        </a:p>
      </dsp:txBody>
      <dsp:txXfrm>
        <a:off x="0" y="291675"/>
        <a:ext cx="11808470" cy="1472625"/>
      </dsp:txXfrm>
    </dsp:sp>
    <dsp:sp modelId="{E0813E24-E0F7-4A1C-A2EF-3B17BFDEC107}">
      <dsp:nvSpPr>
        <dsp:cNvPr id="0" name=""/>
        <dsp:cNvSpPr/>
      </dsp:nvSpPr>
      <dsp:spPr>
        <a:xfrm>
          <a:off x="590423" y="40755"/>
          <a:ext cx="8265929" cy="501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432" tIns="0" rIns="312432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Core Problem</a:t>
          </a:r>
          <a:endParaRPr lang="en-IN" sz="1700" kern="1200"/>
        </a:p>
      </dsp:txBody>
      <dsp:txXfrm>
        <a:off x="614921" y="65253"/>
        <a:ext cx="8216933" cy="452844"/>
      </dsp:txXfrm>
    </dsp:sp>
    <dsp:sp modelId="{53859A9D-5CDB-4416-A604-730E014295CA}">
      <dsp:nvSpPr>
        <dsp:cNvPr id="0" name=""/>
        <dsp:cNvSpPr/>
      </dsp:nvSpPr>
      <dsp:spPr>
        <a:xfrm>
          <a:off x="0" y="2107020"/>
          <a:ext cx="11808470" cy="128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6468" tIns="354076" rIns="916468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Software developers may unknowingly integrate malicious dependencies. </a:t>
          </a:r>
          <a:endParaRPr lang="en-IN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Organisations face security breaches, service disruption, financial losses and reputational damage. </a:t>
          </a:r>
          <a:endParaRPr lang="en-IN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End users may receive compromised software through trusted applications. </a:t>
          </a:r>
          <a:endParaRPr lang="en-IN" sz="1700" kern="1200"/>
        </a:p>
      </dsp:txBody>
      <dsp:txXfrm>
        <a:off x="0" y="2107020"/>
        <a:ext cx="11808470" cy="1285200"/>
      </dsp:txXfrm>
    </dsp:sp>
    <dsp:sp modelId="{6EAD07CD-DA7E-4284-A1F1-2FAB2FB7F906}">
      <dsp:nvSpPr>
        <dsp:cNvPr id="0" name=""/>
        <dsp:cNvSpPr/>
      </dsp:nvSpPr>
      <dsp:spPr>
        <a:xfrm>
          <a:off x="590423" y="1856100"/>
          <a:ext cx="8265929" cy="5018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432" tIns="0" rIns="312432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Who is Affected?</a:t>
          </a:r>
          <a:endParaRPr lang="en-IN" sz="1700" kern="1200"/>
        </a:p>
      </dsp:txBody>
      <dsp:txXfrm>
        <a:off x="614921" y="1880598"/>
        <a:ext cx="8216933" cy="452844"/>
      </dsp:txXfrm>
    </dsp:sp>
    <dsp:sp modelId="{DD998369-4F73-48B1-885C-0F5A7ED15C9F}">
      <dsp:nvSpPr>
        <dsp:cNvPr id="0" name=""/>
        <dsp:cNvSpPr/>
      </dsp:nvSpPr>
      <dsp:spPr>
        <a:xfrm>
          <a:off x="0" y="3734940"/>
          <a:ext cx="11808470" cy="9906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6468" tIns="354076" rIns="916468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Existing approaches focus heavily on known malware and vulnerability detection. </a:t>
          </a:r>
          <a:endParaRPr lang="en-IN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There is a lack of effective methods for identifying suspicious packages before execution. </a:t>
          </a:r>
          <a:endParaRPr lang="en-IN" sz="1700" kern="1200"/>
        </a:p>
      </dsp:txBody>
      <dsp:txXfrm>
        <a:off x="0" y="3734940"/>
        <a:ext cx="11808470" cy="990675"/>
      </dsp:txXfrm>
    </dsp:sp>
    <dsp:sp modelId="{37B805D0-6F4C-4B63-9DF2-84C7AC070514}">
      <dsp:nvSpPr>
        <dsp:cNvPr id="0" name=""/>
        <dsp:cNvSpPr/>
      </dsp:nvSpPr>
      <dsp:spPr>
        <a:xfrm>
          <a:off x="590423" y="3484020"/>
          <a:ext cx="8265929" cy="5018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432" tIns="0" rIns="312432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Research Challenge</a:t>
          </a:r>
          <a:endParaRPr lang="en-IN" sz="1700" kern="1200"/>
        </a:p>
      </dsp:txBody>
      <dsp:txXfrm>
        <a:off x="614921" y="3508518"/>
        <a:ext cx="8216933" cy="452844"/>
      </dsp:txXfrm>
    </dsp:sp>
    <dsp:sp modelId="{F8FEC153-1A71-4679-B9C1-8B990C01768D}">
      <dsp:nvSpPr>
        <dsp:cNvPr id="0" name=""/>
        <dsp:cNvSpPr/>
      </dsp:nvSpPr>
      <dsp:spPr>
        <a:xfrm>
          <a:off x="0" y="5068336"/>
          <a:ext cx="11808470" cy="722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6468" tIns="354076" rIns="916468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Early detection can reduce software supply chain risks and strengthen trust within open-source ecosystems.</a:t>
          </a:r>
          <a:endParaRPr lang="en-IN" sz="1700" kern="1200"/>
        </a:p>
      </dsp:txBody>
      <dsp:txXfrm>
        <a:off x="0" y="5068336"/>
        <a:ext cx="11808470" cy="722925"/>
      </dsp:txXfrm>
    </dsp:sp>
    <dsp:sp modelId="{4BAD03A4-C884-498B-8A59-1AEF6D0F2B83}">
      <dsp:nvSpPr>
        <dsp:cNvPr id="0" name=""/>
        <dsp:cNvSpPr/>
      </dsp:nvSpPr>
      <dsp:spPr>
        <a:xfrm>
          <a:off x="590423" y="4817416"/>
          <a:ext cx="8265929" cy="5018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432" tIns="0" rIns="312432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Importance</a:t>
          </a:r>
          <a:endParaRPr lang="en-IN" sz="1700" kern="1200"/>
        </a:p>
      </dsp:txBody>
      <dsp:txXfrm>
        <a:off x="614921" y="4841914"/>
        <a:ext cx="8216933" cy="4528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C3C804-8A69-4DA4-AEAD-D144A8201D15}">
      <dsp:nvSpPr>
        <dsp:cNvPr id="0" name=""/>
        <dsp:cNvSpPr/>
      </dsp:nvSpPr>
      <dsp:spPr>
        <a:xfrm>
          <a:off x="0" y="91620"/>
          <a:ext cx="11877261" cy="55165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Main Objective</a:t>
          </a:r>
          <a:endParaRPr lang="en-IN" sz="2300" kern="1200"/>
        </a:p>
      </dsp:txBody>
      <dsp:txXfrm>
        <a:off x="26930" y="118550"/>
        <a:ext cx="11823401" cy="497795"/>
      </dsp:txXfrm>
    </dsp:sp>
    <dsp:sp modelId="{FFC2EE7A-2E37-478C-B16B-B5B73C5AF4A9}">
      <dsp:nvSpPr>
        <dsp:cNvPr id="0" name=""/>
        <dsp:cNvSpPr/>
      </dsp:nvSpPr>
      <dsp:spPr>
        <a:xfrm>
          <a:off x="0" y="643275"/>
          <a:ext cx="11877261" cy="571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7103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Develop an automated machine learning framework capable of detecting dependency confusion and </a:t>
          </a:r>
          <a:r>
            <a:rPr lang="en-US" sz="1800" kern="1200" dirty="0" err="1"/>
            <a:t>typosquatting</a:t>
          </a:r>
          <a:r>
            <a:rPr lang="en-US" sz="1800" kern="1200" dirty="0"/>
            <a:t> attacks within </a:t>
          </a:r>
          <a:r>
            <a:rPr lang="en-US" sz="1800" kern="1200" dirty="0" err="1"/>
            <a:t>PyPI</a:t>
          </a:r>
          <a:r>
            <a:rPr lang="en-US" sz="1800" kern="1200" dirty="0"/>
            <a:t> repositories. </a:t>
          </a:r>
          <a:endParaRPr lang="en-IN" sz="1800" kern="1200" dirty="0"/>
        </a:p>
      </dsp:txBody>
      <dsp:txXfrm>
        <a:off x="0" y="643275"/>
        <a:ext cx="11877261" cy="571320"/>
      </dsp:txXfrm>
    </dsp:sp>
    <dsp:sp modelId="{E2B48845-95B7-46E3-9AAA-AD3517DD764F}">
      <dsp:nvSpPr>
        <dsp:cNvPr id="0" name=""/>
        <dsp:cNvSpPr/>
      </dsp:nvSpPr>
      <dsp:spPr>
        <a:xfrm>
          <a:off x="0" y="1214596"/>
          <a:ext cx="11877261" cy="55165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Technical Objectives</a:t>
          </a:r>
          <a:endParaRPr lang="en-IN" sz="2300" kern="1200"/>
        </a:p>
      </dsp:txBody>
      <dsp:txXfrm>
        <a:off x="26930" y="1241526"/>
        <a:ext cx="11823401" cy="497795"/>
      </dsp:txXfrm>
    </dsp:sp>
    <dsp:sp modelId="{D2F5F5CF-35DE-4E5F-967C-B71BB42E9A4D}">
      <dsp:nvSpPr>
        <dsp:cNvPr id="0" name=""/>
        <dsp:cNvSpPr/>
      </dsp:nvSpPr>
      <dsp:spPr>
        <a:xfrm>
          <a:off x="0" y="1766251"/>
          <a:ext cx="11877261" cy="1237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7103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Collect package metadata from PyPI API. 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Generate realistic typosquatting attack samples. 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Extract security-relevant package features. 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Develop a risk-scoring framework to prioritise suspicious packages. </a:t>
          </a:r>
          <a:endParaRPr lang="en-IN" sz="1800" kern="1200"/>
        </a:p>
      </dsp:txBody>
      <dsp:txXfrm>
        <a:off x="0" y="1766251"/>
        <a:ext cx="11877261" cy="1237860"/>
      </dsp:txXfrm>
    </dsp:sp>
    <dsp:sp modelId="{E5448B47-E7FB-4A62-9197-9404AA980EEB}">
      <dsp:nvSpPr>
        <dsp:cNvPr id="0" name=""/>
        <dsp:cNvSpPr/>
      </dsp:nvSpPr>
      <dsp:spPr>
        <a:xfrm>
          <a:off x="0" y="3004111"/>
          <a:ext cx="11877261" cy="55165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Analytical Objectives</a:t>
          </a:r>
          <a:endParaRPr lang="en-IN" sz="2300" kern="1200"/>
        </a:p>
      </dsp:txBody>
      <dsp:txXfrm>
        <a:off x="26930" y="3031041"/>
        <a:ext cx="11823401" cy="497795"/>
      </dsp:txXfrm>
    </dsp:sp>
    <dsp:sp modelId="{4292E9B3-2130-4B2F-A27B-224F975A4E82}">
      <dsp:nvSpPr>
        <dsp:cNvPr id="0" name=""/>
        <dsp:cNvSpPr/>
      </dsp:nvSpPr>
      <dsp:spPr>
        <a:xfrm>
          <a:off x="0" y="3555766"/>
          <a:ext cx="11877261" cy="618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7103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Train and compare Logistic Regression, Decision Tree and Random Forest models. 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Identify the most effective approach for suspicious package classification. </a:t>
          </a:r>
          <a:endParaRPr lang="en-IN" sz="1800" kern="1200"/>
        </a:p>
      </dsp:txBody>
      <dsp:txXfrm>
        <a:off x="0" y="3555766"/>
        <a:ext cx="11877261" cy="618930"/>
      </dsp:txXfrm>
    </dsp:sp>
    <dsp:sp modelId="{6AB1A3A4-4EF9-4B00-B57A-69F473005862}">
      <dsp:nvSpPr>
        <dsp:cNvPr id="0" name=""/>
        <dsp:cNvSpPr/>
      </dsp:nvSpPr>
      <dsp:spPr>
        <a:xfrm>
          <a:off x="0" y="4174696"/>
          <a:ext cx="11877261" cy="55165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Expected Contribution</a:t>
          </a:r>
          <a:endParaRPr lang="en-IN" sz="2300" kern="1200"/>
        </a:p>
      </dsp:txBody>
      <dsp:txXfrm>
        <a:off x="26930" y="4201626"/>
        <a:ext cx="11823401" cy="497795"/>
      </dsp:txXfrm>
    </dsp:sp>
    <dsp:sp modelId="{2FD7BDF6-7F33-4DFE-A484-49E70EA15B1A}">
      <dsp:nvSpPr>
        <dsp:cNvPr id="0" name=""/>
        <dsp:cNvSpPr/>
      </dsp:nvSpPr>
      <dsp:spPr>
        <a:xfrm>
          <a:off x="0" y="4726351"/>
          <a:ext cx="11877261" cy="1190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7103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Improve early threat detection. 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Support developer decision-making. 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Reduce software supply chain security risks through practical and scalable detection mechanisms integrated within a Streamlit dashboard</a:t>
          </a:r>
          <a:endParaRPr lang="en-IN" sz="1800" kern="1200"/>
        </a:p>
      </dsp:txBody>
      <dsp:txXfrm>
        <a:off x="0" y="4726351"/>
        <a:ext cx="11877261" cy="11902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940093-70C1-46AB-8105-1FE51EF4CEDD}">
      <dsp:nvSpPr>
        <dsp:cNvPr id="0" name=""/>
        <dsp:cNvSpPr/>
      </dsp:nvSpPr>
      <dsp:spPr>
        <a:xfrm>
          <a:off x="0" y="252888"/>
          <a:ext cx="7550426" cy="12993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5997" tIns="312420" rIns="585997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A phased development approach was adopted to ensure systematic progression from research to implementation. </a:t>
          </a:r>
          <a:endParaRPr lang="en-IN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Literature Review and Methodology were completed before technical development to establish a strong theoretical and experimental foundation. </a:t>
          </a:r>
          <a:endParaRPr lang="en-IN" sz="1500" kern="1200"/>
        </a:p>
      </dsp:txBody>
      <dsp:txXfrm>
        <a:off x="0" y="252888"/>
        <a:ext cx="7550426" cy="1299375"/>
      </dsp:txXfrm>
    </dsp:sp>
    <dsp:sp modelId="{049F3283-EBAB-4760-9E93-0632DC9B9A15}">
      <dsp:nvSpPr>
        <dsp:cNvPr id="0" name=""/>
        <dsp:cNvSpPr/>
      </dsp:nvSpPr>
      <dsp:spPr>
        <a:xfrm>
          <a:off x="377521" y="31488"/>
          <a:ext cx="5285298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772" tIns="0" rIns="19977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Project Planning Strategy</a:t>
          </a:r>
          <a:endParaRPr lang="en-IN" sz="1500" kern="1200"/>
        </a:p>
      </dsp:txBody>
      <dsp:txXfrm>
        <a:off x="399137" y="53104"/>
        <a:ext cx="5242066" cy="399568"/>
      </dsp:txXfrm>
    </dsp:sp>
    <dsp:sp modelId="{B3938C6F-A548-44D4-8698-369E4BD4A48F}">
      <dsp:nvSpPr>
        <dsp:cNvPr id="0" name=""/>
        <dsp:cNvSpPr/>
      </dsp:nvSpPr>
      <dsp:spPr>
        <a:xfrm>
          <a:off x="0" y="1854663"/>
          <a:ext cx="7550426" cy="1086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5997" tIns="312420" rIns="585997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Proposal, Literature Review and Methodology phases have been completed. </a:t>
          </a:r>
          <a:endParaRPr lang="en-IN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System architecture, dataset design and machine learning workflow have been clearly defined. </a:t>
          </a:r>
          <a:endParaRPr lang="en-IN" sz="1500" kern="1200"/>
        </a:p>
      </dsp:txBody>
      <dsp:txXfrm>
        <a:off x="0" y="1854663"/>
        <a:ext cx="7550426" cy="1086750"/>
      </dsp:txXfrm>
    </dsp:sp>
    <dsp:sp modelId="{CB0D53D6-8BFC-4971-84B2-5DCFB1693B5A}">
      <dsp:nvSpPr>
        <dsp:cNvPr id="0" name=""/>
        <dsp:cNvSpPr/>
      </dsp:nvSpPr>
      <dsp:spPr>
        <a:xfrm>
          <a:off x="377521" y="1633263"/>
          <a:ext cx="5285298" cy="442800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772" tIns="0" rIns="19977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Progress Achieved</a:t>
          </a:r>
          <a:endParaRPr lang="en-IN" sz="1500" kern="1200"/>
        </a:p>
      </dsp:txBody>
      <dsp:txXfrm>
        <a:off x="399137" y="1654879"/>
        <a:ext cx="5242066" cy="399568"/>
      </dsp:txXfrm>
    </dsp:sp>
    <dsp:sp modelId="{99CD6B70-25AA-45DC-8A8E-84312E90033A}">
      <dsp:nvSpPr>
        <dsp:cNvPr id="0" name=""/>
        <dsp:cNvSpPr/>
      </dsp:nvSpPr>
      <dsp:spPr>
        <a:xfrm>
          <a:off x="0" y="3243813"/>
          <a:ext cx="7550426" cy="874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5997" tIns="312420" rIns="585997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Dataset construction and feature engineering activities are currently in progress. </a:t>
          </a:r>
          <a:endParaRPr lang="en-IN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Project remains aligned with the planned schedule and milestones. </a:t>
          </a:r>
          <a:endParaRPr lang="en-IN" sz="1500" kern="1200"/>
        </a:p>
      </dsp:txBody>
      <dsp:txXfrm>
        <a:off x="0" y="3243813"/>
        <a:ext cx="7550426" cy="874125"/>
      </dsp:txXfrm>
    </dsp:sp>
    <dsp:sp modelId="{27622EDC-D6B1-4231-9EB4-F8B172F3234F}">
      <dsp:nvSpPr>
        <dsp:cNvPr id="0" name=""/>
        <dsp:cNvSpPr/>
      </dsp:nvSpPr>
      <dsp:spPr>
        <a:xfrm>
          <a:off x="377521" y="3022413"/>
          <a:ext cx="5285298" cy="442800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772" tIns="0" rIns="19977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Current Status</a:t>
          </a:r>
          <a:endParaRPr lang="en-IN" sz="1500" kern="1200"/>
        </a:p>
      </dsp:txBody>
      <dsp:txXfrm>
        <a:off x="399137" y="3044029"/>
        <a:ext cx="5242066" cy="399568"/>
      </dsp:txXfrm>
    </dsp:sp>
    <dsp:sp modelId="{230ADA1B-3A38-4A09-BBFE-4B9D8819D9DE}">
      <dsp:nvSpPr>
        <dsp:cNvPr id="0" name=""/>
        <dsp:cNvSpPr/>
      </dsp:nvSpPr>
      <dsp:spPr>
        <a:xfrm>
          <a:off x="0" y="4420338"/>
          <a:ext cx="7550426" cy="1370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5997" tIns="312420" rIns="585997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Model training and evaluation. </a:t>
          </a:r>
          <a:endParaRPr lang="en-IN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Risk scoring implementation. </a:t>
          </a:r>
          <a:endParaRPr lang="en-IN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Streamlit dashboard development. </a:t>
          </a:r>
          <a:endParaRPr lang="en-IN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Testing, validation and dissertation completion.</a:t>
          </a:r>
          <a:endParaRPr lang="en-IN" sz="1500" kern="1200"/>
        </a:p>
      </dsp:txBody>
      <dsp:txXfrm>
        <a:off x="0" y="4420338"/>
        <a:ext cx="7550426" cy="1370250"/>
      </dsp:txXfrm>
    </dsp:sp>
    <dsp:sp modelId="{5493645E-8C71-4CF3-81C7-44F25FDDB358}">
      <dsp:nvSpPr>
        <dsp:cNvPr id="0" name=""/>
        <dsp:cNvSpPr/>
      </dsp:nvSpPr>
      <dsp:spPr>
        <a:xfrm>
          <a:off x="377521" y="4198938"/>
          <a:ext cx="5285298" cy="44280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772" tIns="0" rIns="19977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Remaining Activities</a:t>
          </a:r>
          <a:endParaRPr lang="en-IN" sz="1500" kern="1200"/>
        </a:p>
      </dsp:txBody>
      <dsp:txXfrm>
        <a:off x="399137" y="4220554"/>
        <a:ext cx="5242066" cy="3995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DFD8D7-07EA-4B75-A33E-58AEB183E6C9}">
      <dsp:nvSpPr>
        <dsp:cNvPr id="0" name=""/>
        <dsp:cNvSpPr/>
      </dsp:nvSpPr>
      <dsp:spPr>
        <a:xfrm>
          <a:off x="0" y="841625"/>
          <a:ext cx="11598738" cy="795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Software Supply Chain Threats: </a:t>
          </a:r>
          <a:r>
            <a:rPr lang="en-US" sz="2000" kern="1200" dirty="0" err="1"/>
            <a:t>Gokkaya</a:t>
          </a:r>
          <a:r>
            <a:rPr lang="en-US" sz="2000" kern="1200" dirty="0"/>
            <a:t> et al. (2025) identify software supply chain attacks as a growing cybersecurity threat driven by increasing dependency on open-source repositories. </a:t>
          </a:r>
          <a:endParaRPr lang="en-IN" sz="2000" kern="1200" dirty="0"/>
        </a:p>
      </dsp:txBody>
      <dsp:txXfrm>
        <a:off x="38838" y="880463"/>
        <a:ext cx="11521062" cy="717924"/>
      </dsp:txXfrm>
    </dsp:sp>
    <dsp:sp modelId="{92682BB1-AA03-4D99-84A9-1E43C608591F}">
      <dsp:nvSpPr>
        <dsp:cNvPr id="0" name=""/>
        <dsp:cNvSpPr/>
      </dsp:nvSpPr>
      <dsp:spPr>
        <a:xfrm>
          <a:off x="0" y="1694825"/>
          <a:ext cx="11598738" cy="7956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Dependency Confusion and </a:t>
          </a:r>
          <a:r>
            <a:rPr lang="en-US" sz="2000" b="1" kern="1200" dirty="0" err="1"/>
            <a:t>Typosquatting</a:t>
          </a:r>
          <a:r>
            <a:rPr lang="en-US" sz="2000" b="1" kern="1200" dirty="0"/>
            <a:t>: </a:t>
          </a:r>
          <a:r>
            <a:rPr lang="en-US" sz="2000" kern="1200" dirty="0" err="1"/>
            <a:t>Kydyraliev</a:t>
          </a:r>
          <a:r>
            <a:rPr lang="en-US" sz="2000" kern="1200" dirty="0"/>
            <a:t> (2024) and Vu et al. (2025) show that attackers exploit package naming and dependency resolution weaknesses rather than software vulnerabilities themselves. </a:t>
          </a:r>
          <a:endParaRPr lang="en-IN" sz="2000" kern="1200" dirty="0"/>
        </a:p>
      </dsp:txBody>
      <dsp:txXfrm>
        <a:off x="38838" y="1733663"/>
        <a:ext cx="11521062" cy="717924"/>
      </dsp:txXfrm>
    </dsp:sp>
    <dsp:sp modelId="{27E61866-2951-45A0-92F6-1F9598A4BD4C}">
      <dsp:nvSpPr>
        <dsp:cNvPr id="0" name=""/>
        <dsp:cNvSpPr/>
      </dsp:nvSpPr>
      <dsp:spPr>
        <a:xfrm>
          <a:off x="0" y="2548025"/>
          <a:ext cx="11598738" cy="7956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Metadata-Based Detection: </a:t>
          </a:r>
          <a:r>
            <a:rPr lang="en-US" sz="2000" kern="1200" dirty="0"/>
            <a:t>Halder et al. (2024) demonstrate that package metadata can support early threat detection without executing software code. </a:t>
          </a:r>
          <a:endParaRPr lang="en-IN" sz="2000" kern="1200" dirty="0"/>
        </a:p>
      </dsp:txBody>
      <dsp:txXfrm>
        <a:off x="38838" y="2586863"/>
        <a:ext cx="11521062" cy="717924"/>
      </dsp:txXfrm>
    </dsp:sp>
    <dsp:sp modelId="{BD86EC3A-F2B3-418D-A6C3-93377AA708BF}">
      <dsp:nvSpPr>
        <dsp:cNvPr id="0" name=""/>
        <dsp:cNvSpPr/>
      </dsp:nvSpPr>
      <dsp:spPr>
        <a:xfrm>
          <a:off x="0" y="3401225"/>
          <a:ext cx="11598738" cy="7956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Machine Learning Potential: </a:t>
          </a:r>
          <a:r>
            <a:rPr lang="en-US" sz="2000" kern="1200"/>
            <a:t>Zhang et al. (2024) highlight that machine learning can detect complex attack patterns beyond traditional rule-based approaches. </a:t>
          </a:r>
          <a:endParaRPr lang="en-IN" sz="2000" kern="1200"/>
        </a:p>
      </dsp:txBody>
      <dsp:txXfrm>
        <a:off x="38838" y="3440063"/>
        <a:ext cx="11521062" cy="717924"/>
      </dsp:txXfrm>
    </dsp:sp>
    <dsp:sp modelId="{6DE51449-05E9-4AA3-A6BF-3075CC3E9877}">
      <dsp:nvSpPr>
        <dsp:cNvPr id="0" name=""/>
        <dsp:cNvSpPr/>
      </dsp:nvSpPr>
      <dsp:spPr>
        <a:xfrm>
          <a:off x="0" y="4254425"/>
          <a:ext cx="11598738" cy="79560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Research Gap: </a:t>
          </a:r>
          <a:r>
            <a:rPr lang="en-US" sz="2000" kern="1200"/>
            <a:t>Existing studies rarely integrate similarity analysis, metadata analysis, risk scoring and machine learning within a deployable detection framework.</a:t>
          </a:r>
          <a:endParaRPr lang="en-IN" sz="2000" kern="1200"/>
        </a:p>
      </dsp:txBody>
      <dsp:txXfrm>
        <a:off x="38838" y="4293263"/>
        <a:ext cx="11521062" cy="7179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6146E-025B-7B6A-DD6E-14DD042D19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29D579-2CE0-D7F5-DD9A-4566A61A24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1848B-773D-8D54-2B68-9FB625351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06/22/2026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6E86B-B30F-E8B6-CBBF-0AA3C9DAD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8DB1B-393D-60ED-A15E-16945887F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975303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721D8-26C6-8B2E-115A-51E08C1E7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F334F-FE54-151D-8597-0467C40DF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A9ECA-08F1-8A31-74A1-FB1E430C6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06/22/2026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B5726-E711-1E74-F908-5D162A375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39161-18A9-7D99-4AA5-1128CB3F4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898332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3DE43-7D37-7653-C06C-B9D03E1FA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5DC3B-1351-DF08-A8AD-9E6AB5E00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8DA74-EA74-55DA-B4D2-59DC97977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06/22/2026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B7FD0-7FE3-F9A2-A9E4-10E0430C3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691C0-755D-C26B-C3AF-FFAC22790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738178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EDF1B-ADB6-92B0-EF70-062EB5EBF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24E5E-1580-1937-361A-221D550C2B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0DB68E-FA91-8367-6D31-EA7CFA28F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A4637-E2F9-461A-FA9B-AD9CB3573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06/22/2026</a:t>
            </a:fld>
            <a:endParaRPr lang="en-M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609860-27E2-9809-EF8C-4AE193AEC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BDDD3-1D7C-C58F-499B-E0E581C0C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3301676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4ED02-82BE-2C58-0458-741FBBF90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57A7A-4BA1-4042-BACC-77085BEB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CEF58-8BD3-D6FF-17F3-AAE53A8681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97340-9005-57A1-807C-2D0A22B149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F13E69-E6D7-7A4A-0C61-B9EFD313D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CAF452-14D5-268B-6BAF-45CEB52DD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06/22/2026</a:t>
            </a:fld>
            <a:endParaRPr lang="en-M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6E0D52-BE96-604D-4457-BDF3DE0C4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F283A5-9EE4-2BC1-9878-A58B113B9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555607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E8EA0-EB41-5852-F2CB-450D55945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FA2628-E1A6-3B41-7002-4D841C63A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06/22/2026</a:t>
            </a:fld>
            <a:endParaRPr lang="en-M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B96072-6399-AE6D-1858-B423A9214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C3BC3-F868-3845-0742-5D30E95EC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2211776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11AE74-01F2-AD67-9421-1758589CA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06/22/2026</a:t>
            </a:fld>
            <a:endParaRPr lang="en-M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9A62D4-1958-456C-B424-1862633C2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D2DC6-7315-40F6-B6A4-3DD1F7B84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2356363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3C262-380F-F317-8211-3776EE5E4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DB357-CB8F-56E3-BE11-57E90591B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64655B-759E-6A23-C49F-688B5DC576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699B3-539B-0C94-15D4-7FF957468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06/22/2026</a:t>
            </a:fld>
            <a:endParaRPr lang="en-M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0CA7F-040E-0074-A6EB-B95435912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1E667-F726-F73A-3636-855220B2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3079313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16A11-30A9-D30E-F2FD-9BF3C76D2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9E376C-4EB1-EA6D-4C47-AC7BE924E4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136556-32AB-9242-F43E-A2A754658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2AD94-779F-7437-9FF3-6AC2A60C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06/22/2026</a:t>
            </a:fld>
            <a:endParaRPr lang="en-M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315A0-33FE-F521-45E0-1937BB49A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9C8E9-7274-3A8C-2BC7-1A1FAB602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753987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D4919-C418-464A-6DC8-91712F97F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2FF419-0B82-778B-CCD7-8BBA6AD89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94307-56CD-1AE6-64BF-35F93EDA0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06/22/2026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D42F2-DF6C-515E-7D7F-989BDACF8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18A75-0176-3FB5-5E74-0A899A5B9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2423835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1C3C9E-4554-8455-B064-B3E496A466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DBDA4C-25B9-0BC2-5D31-EA5475AF07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86CCD-F50C-EE5B-3FCD-70381E2CB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06/22/2026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A2745-674B-1055-2586-CC10BB679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2EB46-0231-BE56-E9E0-4408EA7A4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2054686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rgbClr val="0635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5AB594-3664-8E9E-06CB-D3D33937B75C}"/>
              </a:ext>
            </a:extLst>
          </p:cNvPr>
          <p:cNvCxnSpPr/>
          <p:nvPr userDrawn="1"/>
        </p:nvCxnSpPr>
        <p:spPr>
          <a:xfrm>
            <a:off x="336000" y="547474"/>
            <a:ext cx="11520000" cy="0"/>
          </a:xfrm>
          <a:prstGeom prst="line">
            <a:avLst/>
          </a:prstGeom>
          <a:ln w="19050" cap="rnd">
            <a:solidFill>
              <a:srgbClr val="F1B6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27E3AE6-1AA2-47C1-4627-E4CAD3494BF7}"/>
              </a:ext>
            </a:extLst>
          </p:cNvPr>
          <p:cNvCxnSpPr/>
          <p:nvPr userDrawn="1"/>
        </p:nvCxnSpPr>
        <p:spPr>
          <a:xfrm>
            <a:off x="336000" y="6315483"/>
            <a:ext cx="11520000" cy="0"/>
          </a:xfrm>
          <a:prstGeom prst="line">
            <a:avLst/>
          </a:prstGeom>
          <a:ln w="19050" cap="rnd">
            <a:solidFill>
              <a:srgbClr val="F1B6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5140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bg>
      <p:bgPr>
        <a:solidFill>
          <a:srgbClr val="F8F6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000" y="34769"/>
            <a:ext cx="11520000" cy="539672"/>
          </a:xfrm>
          <a:prstGeom prst="rect">
            <a:avLst/>
          </a:prstGeom>
        </p:spPr>
        <p:txBody>
          <a:bodyPr tIns="0" bIns="0"/>
          <a:lstStyle>
            <a:lvl1pPr algn="ctr">
              <a:lnSpc>
                <a:spcPct val="100000"/>
              </a:lnSpc>
              <a:defRPr sz="36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42000" y="673830"/>
            <a:ext cx="11520000" cy="0"/>
          </a:xfrm>
          <a:prstGeom prst="line">
            <a:avLst/>
          </a:prstGeom>
          <a:ln w="19050" cap="rnd">
            <a:solidFill>
              <a:srgbClr val="063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98000" y="767566"/>
            <a:ext cx="11665475" cy="5494085"/>
          </a:xfrm>
          <a:prstGeom prst="rect">
            <a:avLst/>
          </a:prstGeom>
        </p:spPr>
        <p:txBody>
          <a:bodyPr tIns="0" bIns="0"/>
          <a:lstStyle>
            <a:lvl1pPr marL="228600" indent="-228600">
              <a:buClr>
                <a:srgbClr val="B40000"/>
              </a:buClr>
              <a:buSzPct val="75000"/>
              <a:buFontTx/>
              <a:buChar char="►"/>
              <a:defRPr sz="3200">
                <a:solidFill>
                  <a:schemeClr val="tx1"/>
                </a:solidFill>
                <a:latin typeface="+mn-lt"/>
              </a:defRPr>
            </a:lvl1pPr>
            <a:lvl2pPr marL="685800" indent="-228600">
              <a:buClr>
                <a:srgbClr val="B40000"/>
              </a:buClr>
              <a:buSzPct val="75000"/>
              <a:buFontTx/>
              <a:buChar char="►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>
              <a:buClr>
                <a:srgbClr val="B40000"/>
              </a:buClr>
              <a:buSzPct val="75000"/>
              <a:buFontTx/>
              <a:buChar char="►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Clr>
                <a:srgbClr val="B40000"/>
              </a:buClr>
              <a:buSzPct val="75000"/>
              <a:buFontTx/>
              <a:buChar char="►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>
              <a:buClr>
                <a:srgbClr val="B40000"/>
              </a:buClr>
              <a:buSzPct val="75000"/>
              <a:buFontTx/>
              <a:buChar char="►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7C148890-B4AF-876D-F64B-062232F6784C}"/>
              </a:ext>
            </a:extLst>
          </p:cNvPr>
          <p:cNvSpPr txBox="1">
            <a:spLocks/>
          </p:cNvSpPr>
          <p:nvPr userDrawn="1"/>
        </p:nvSpPr>
        <p:spPr>
          <a:xfrm>
            <a:off x="-60665" y="6508278"/>
            <a:ext cx="711200" cy="365125"/>
          </a:xfr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Optim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8DC1522-342F-47E4-9CF7-D7732B4FB87D}" type="slidenum">
              <a:rPr lang="en-GB" sz="1200" b="0" smtClean="0">
                <a:solidFill>
                  <a:srgbClr val="F8F6CA"/>
                </a:solidFill>
                <a:latin typeface="+mn-lt"/>
              </a:rPr>
              <a:pPr algn="ctr"/>
              <a:t>‹#›</a:t>
            </a:fld>
            <a:endParaRPr lang="en-GB" sz="1400" b="0">
              <a:solidFill>
                <a:srgbClr val="F8F6CA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93151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0956A3-0AA8-F8F8-359E-2571674A6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815038-AE16-1B22-EE5F-4712C228C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6DD1B-8889-988E-B190-9D2B5040BC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51EBA5-5D6B-1245-9328-7D2D181FC864}" type="datetimeFigureOut">
              <a:rPr lang="en-MA" smtClean="0"/>
              <a:t>06/22/2026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8C46-785A-02C3-0D98-6A3BF2C135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DE843-7CF0-9F56-D589-15438D02BB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2575588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45/3589334.3645543" TargetMode="External"/><Relationship Id="rId2" Type="http://schemas.openxmlformats.org/officeDocument/2006/relationships/hyperlink" Target="https://doi.org/10.1016/j.jisa.2025.104324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doi.org/10.1145/3705304" TargetMode="External"/><Relationship Id="rId5" Type="http://schemas.openxmlformats.org/officeDocument/2006/relationships/hyperlink" Target="https://doi.org/10.1145/3708821.3735340" TargetMode="External"/><Relationship Id="rId4" Type="http://schemas.openxmlformats.org/officeDocument/2006/relationships/hyperlink" Target="https://slsa.dev/blog/2024/08/dep-confusion-and-typosquatt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35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9B5EE0A-878A-594B-5E78-A954372A4F11}"/>
              </a:ext>
            </a:extLst>
          </p:cNvPr>
          <p:cNvSpPr txBox="1">
            <a:spLocks/>
          </p:cNvSpPr>
          <p:nvPr/>
        </p:nvSpPr>
        <p:spPr>
          <a:xfrm>
            <a:off x="1066800" y="2742933"/>
            <a:ext cx="10058400" cy="1406520"/>
          </a:xfrm>
          <a:prstGeom prst="rect">
            <a:avLst/>
          </a:prstGeom>
          <a:noFill/>
        </p:spPr>
        <p:txBody>
          <a:bodyPr anchor="b">
            <a:normAutofit fontScale="77500" lnSpcReduction="200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00B0F0"/>
                </a:solidFill>
              </a:rPr>
              <a:t>Detecting Supply Chain and Dependency Confusion Attacks in Open-Source Ecosystems</a:t>
            </a:r>
            <a:endParaRPr lang="en-GB" b="1" dirty="0">
              <a:solidFill>
                <a:srgbClr val="00B0F0"/>
              </a:solidFill>
            </a:endParaRPr>
          </a:p>
          <a:p>
            <a:pPr algn="ctr">
              <a:lnSpc>
                <a:spcPct val="100000"/>
              </a:lnSpc>
            </a:pPr>
            <a:endParaRPr lang="en-GB" sz="3800" dirty="0">
              <a:solidFill>
                <a:srgbClr val="00B0F0"/>
              </a:solidFill>
              <a:latin typeface="+mn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92D4E25-4A15-F302-45AF-52408EC6981E}"/>
              </a:ext>
            </a:extLst>
          </p:cNvPr>
          <p:cNvSpPr txBox="1">
            <a:spLocks/>
          </p:cNvSpPr>
          <p:nvPr/>
        </p:nvSpPr>
        <p:spPr>
          <a:xfrm>
            <a:off x="2289555" y="4149453"/>
            <a:ext cx="7646925" cy="1406519"/>
          </a:xfrm>
          <a:prstGeom prst="rect">
            <a:avLst/>
          </a:prstGeom>
          <a:noFill/>
        </p:spPr>
        <p:txBody>
          <a:bodyPr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GB" sz="3200" dirty="0">
                <a:solidFill>
                  <a:srgbClr val="F8F6CA"/>
                </a:solidFill>
                <a:latin typeface="+mn-lt"/>
              </a:rPr>
              <a:t>Student Name: Shivani Burma</a:t>
            </a:r>
          </a:p>
          <a:p>
            <a:pPr>
              <a:lnSpc>
                <a:spcPct val="100000"/>
              </a:lnSpc>
            </a:pPr>
            <a:r>
              <a:rPr lang="en-GB" sz="3200" dirty="0">
                <a:solidFill>
                  <a:srgbClr val="F8F6CA"/>
                </a:solidFill>
                <a:latin typeface="+mn-lt"/>
              </a:rPr>
              <a:t>Student ID: A00076190  </a:t>
            </a:r>
          </a:p>
          <a:p>
            <a:pPr>
              <a:lnSpc>
                <a:spcPct val="100000"/>
              </a:lnSpc>
            </a:pPr>
            <a:r>
              <a:rPr lang="en-GB" sz="3200" dirty="0">
                <a:solidFill>
                  <a:srgbClr val="F8F6CA"/>
                </a:solidFill>
                <a:latin typeface="+mn-lt"/>
              </a:rPr>
              <a:t>Supervisor Name: Badis Aoun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B3F4AD-9839-C0C0-D927-EEEF3AD674CB}"/>
              </a:ext>
            </a:extLst>
          </p:cNvPr>
          <p:cNvSpPr txBox="1">
            <a:spLocks/>
          </p:cNvSpPr>
          <p:nvPr/>
        </p:nvSpPr>
        <p:spPr>
          <a:xfrm>
            <a:off x="1076546" y="757928"/>
            <a:ext cx="10058400" cy="1710564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GB" sz="4800" b="1">
                <a:solidFill>
                  <a:srgbClr val="00C487"/>
                </a:solidFill>
              </a:rPr>
              <a:t>MSc Project </a:t>
            </a:r>
          </a:p>
          <a:p>
            <a:pPr algn="ctr">
              <a:lnSpc>
                <a:spcPct val="100000"/>
              </a:lnSpc>
            </a:pPr>
            <a:r>
              <a:rPr lang="en-GB" sz="2200">
                <a:solidFill>
                  <a:srgbClr val="00C487"/>
                </a:solidFill>
                <a:latin typeface="+mn-lt"/>
              </a:rPr>
              <a:t>(CMP060L050S)</a:t>
            </a:r>
            <a:endParaRPr lang="en-GB" sz="3200" b="1">
              <a:solidFill>
                <a:srgbClr val="00C487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GB" sz="2400">
                <a:solidFill>
                  <a:srgbClr val="F8F6CA"/>
                </a:solidFill>
                <a:latin typeface="+mn-lt"/>
              </a:rPr>
              <a:t>Mid-Point Review Presentation </a:t>
            </a:r>
          </a:p>
        </p:txBody>
      </p:sp>
    </p:spTree>
    <p:extLst>
      <p:ext uri="{BB962C8B-B14F-4D97-AF65-F5344CB8AC3E}">
        <p14:creationId xmlns:p14="http://schemas.microsoft.com/office/powerpoint/2010/main" val="3999230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AE0466-EB13-62C0-652D-3F4C6D7AA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>
                <a:latin typeface="+mn-lt"/>
              </a:rPr>
              <a:t>Outline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A24666-F6F9-55BE-8D5D-805779DFC5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context​</a:t>
            </a:r>
          </a:p>
          <a:p>
            <a:r>
              <a:rPr lang="en-US"/>
              <a:t>problematic statement​</a:t>
            </a:r>
          </a:p>
          <a:p>
            <a:r>
              <a:rPr lang="en-US"/>
              <a:t>objectives ​</a:t>
            </a:r>
          </a:p>
          <a:p>
            <a:r>
              <a:rPr lang="en-US"/>
              <a:t>methodology​</a:t>
            </a:r>
          </a:p>
          <a:p>
            <a:r>
              <a:rPr lang="en-US"/>
              <a:t>project management​</a:t>
            </a:r>
          </a:p>
          <a:p>
            <a:r>
              <a:rPr lang="en-US"/>
              <a:t>literature review​</a:t>
            </a:r>
          </a:p>
          <a:p>
            <a:r>
              <a:rPr lang="en-US"/>
              <a:t>next steps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6900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3022A-DE3A-DDB6-DA5E-1C431E005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>
                <a:latin typeface="+mn-lt"/>
              </a:rPr>
              <a:t>Context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C37E4-1F85-E1DF-6618-448C08528F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8000" y="767566"/>
            <a:ext cx="11818409" cy="605566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 dirty="0"/>
              <a:t>Open-Source Software Dependence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Modern software development increasingly depends on open-source repositories such as </a:t>
            </a:r>
            <a:r>
              <a:rPr lang="en-US" sz="2000" dirty="0" err="1"/>
              <a:t>PyPI</a:t>
            </a:r>
            <a:r>
              <a:rPr lang="en-US" sz="2000" dirty="0"/>
              <a:t> for reusable components and faster software delivery. 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 err="1"/>
              <a:t>Organisations</a:t>
            </a:r>
            <a:r>
              <a:rPr lang="en-US" sz="2000" dirty="0"/>
              <a:t> integrate numerous third-party packages to reduce development effort and accelerate innovation.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 dirty="0"/>
              <a:t>Emerging Security Challenge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This dependency creates a growing software supply chain attack surface where attackers exploit trusted repositories rather than directly attacking </a:t>
            </a:r>
            <a:r>
              <a:rPr lang="en-US" sz="2000" dirty="0" err="1"/>
              <a:t>organisations</a:t>
            </a:r>
            <a:r>
              <a:rPr lang="en-US" sz="2000" dirty="0"/>
              <a:t>. 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Dependency confusion and </a:t>
            </a:r>
            <a:r>
              <a:rPr lang="en-US" sz="2000" dirty="0" err="1"/>
              <a:t>typosquatting</a:t>
            </a:r>
            <a:r>
              <a:rPr lang="en-US" sz="2000" dirty="0"/>
              <a:t> attacks are particularly dangerous because malicious packages often appear legitimate during installation.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 dirty="0"/>
              <a:t>Project Focus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Current security approaches mainly identify threats after deployment. 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This project focuses on proactive detection before installation by </a:t>
            </a:r>
            <a:r>
              <a:rPr lang="en-US" sz="2000" dirty="0" err="1"/>
              <a:t>analysing</a:t>
            </a:r>
            <a:r>
              <a:rPr lang="en-US" sz="2000" dirty="0"/>
              <a:t> package metadata, similarity patterns and risk indicators, enabling earlier identification of suspicious packages within open-source ecosystems.</a:t>
            </a:r>
          </a:p>
        </p:txBody>
      </p:sp>
    </p:spTree>
    <p:extLst>
      <p:ext uri="{BB962C8B-B14F-4D97-AF65-F5344CB8AC3E}">
        <p14:creationId xmlns:p14="http://schemas.microsoft.com/office/powerpoint/2010/main" val="376204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96E8E-A0A7-36BB-F744-A2727B317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Problem Statement - WHY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DDFF1CA-B4BA-4215-9C53-A1E22A1642F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15165614"/>
              </p:ext>
            </p:extLst>
          </p:nvPr>
        </p:nvGraphicFramePr>
        <p:xfrm>
          <a:off x="198000" y="767566"/>
          <a:ext cx="11808470" cy="58320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7344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3022A-DE3A-DDB6-DA5E-1C431E005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>
                <a:latin typeface="Arial"/>
                <a:cs typeface="Arial"/>
              </a:rPr>
              <a:t>Objective - WHAT</a:t>
            </a:r>
            <a:endParaRPr lang="en-US">
              <a:latin typeface="Arial"/>
              <a:cs typeface="Arial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E3C1AC-7AED-67C2-A0F8-D9EA95D18F4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39485003"/>
              </p:ext>
            </p:extLst>
          </p:nvPr>
        </p:nvGraphicFramePr>
        <p:xfrm>
          <a:off x="208722" y="815009"/>
          <a:ext cx="11877261" cy="6008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2530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12D1E-3046-D830-B039-05045080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A"/>
              <a:t>Methodology - HOW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602FF-00EB-DC2D-26EC-24DDBEAD09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838" y="767566"/>
            <a:ext cx="8276726" cy="590221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b="1" dirty="0"/>
              <a:t>Data Collection and Dataset Construction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800" dirty="0"/>
              <a:t>Legitimate package metadata is collected from the </a:t>
            </a:r>
            <a:r>
              <a:rPr lang="en-US" sz="1800" dirty="0" err="1"/>
              <a:t>PyPI</a:t>
            </a:r>
            <a:r>
              <a:rPr lang="en-US" sz="1800" dirty="0"/>
              <a:t> API. 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800" dirty="0"/>
              <a:t>Suspicious package variants are generated using realistic </a:t>
            </a:r>
            <a:r>
              <a:rPr lang="en-US" sz="1800" dirty="0" err="1"/>
              <a:t>typosquatting</a:t>
            </a:r>
            <a:r>
              <a:rPr lang="en-US" sz="1800" dirty="0"/>
              <a:t> techniques to simulate software supply chain attacks.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b="1" dirty="0"/>
              <a:t>Feature Engineering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800" dirty="0"/>
              <a:t>Key features include Similarity Score, Name Length, Summary Length, Release Count and Package Age. 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800" dirty="0"/>
              <a:t>These indicators capture both naming </a:t>
            </a:r>
            <a:r>
              <a:rPr lang="en-US" sz="1800" dirty="0" err="1"/>
              <a:t>behaviour</a:t>
            </a:r>
            <a:r>
              <a:rPr lang="en-US" sz="1800" dirty="0"/>
              <a:t> and package maturity characteristics.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b="1" dirty="0"/>
              <a:t>Risk Assessment and Machine Learning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800" dirty="0"/>
              <a:t>Packages are classified into Low, Medium and High-Risk categories. 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800" dirty="0"/>
              <a:t>Logistic Regression, Decision Tree and Random Forest models are trained and evaluated.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b="1" dirty="0"/>
              <a:t>Justification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800" dirty="0"/>
              <a:t>Combining similarity analysis, metadata analysis and machine learning provides broader detection capability than relying on individual techniques alone.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3F6E76-C4A9-C2D2-0985-07B46A758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8564" y="838784"/>
            <a:ext cx="3671598" cy="535164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8B4F1F-6B40-4D2A-43A7-7AA7E7373EAD}"/>
              </a:ext>
            </a:extLst>
          </p:cNvPr>
          <p:cNvSpPr txBox="1"/>
          <p:nvPr/>
        </p:nvSpPr>
        <p:spPr>
          <a:xfrm>
            <a:off x="8647043" y="6331226"/>
            <a:ext cx="3051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Figure 1: 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311493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12D1E-3046-D830-B039-05045080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P</a:t>
            </a:r>
            <a:r>
              <a:rPr lang="en-MA"/>
              <a:t>roject </a:t>
            </a:r>
            <a:r>
              <a:rPr lang="en-GB"/>
              <a:t>M</a:t>
            </a:r>
            <a:r>
              <a:rPr lang="en-MA"/>
              <a:t>anagement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5CECCEE-024C-936C-05A1-9C54034DB76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12072172"/>
              </p:ext>
            </p:extLst>
          </p:nvPr>
        </p:nvGraphicFramePr>
        <p:xfrm>
          <a:off x="4523786" y="767566"/>
          <a:ext cx="7550426" cy="58220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A8E353B-B782-78A3-C950-EA9F809D56E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7956"/>
          <a:stretch>
            <a:fillRect/>
          </a:stretch>
        </p:blipFill>
        <p:spPr>
          <a:xfrm>
            <a:off x="117788" y="2344312"/>
            <a:ext cx="4295186" cy="21693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F4B7B9-3B23-1154-9CCD-A6616688B3E4}"/>
              </a:ext>
            </a:extLst>
          </p:cNvPr>
          <p:cNvSpPr txBox="1"/>
          <p:nvPr/>
        </p:nvSpPr>
        <p:spPr>
          <a:xfrm>
            <a:off x="675861" y="4571688"/>
            <a:ext cx="26736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Figure: Gantt Chart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942258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12D1E-3046-D830-B039-05045080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L</a:t>
            </a:r>
            <a:r>
              <a:rPr lang="en-MA"/>
              <a:t>iterature </a:t>
            </a:r>
            <a:r>
              <a:rPr lang="en-GB"/>
              <a:t>R</a:t>
            </a:r>
            <a:r>
              <a:rPr lang="en-MA"/>
              <a:t>eview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5DD02FB-E69D-D17E-5FA4-2C1E98F7836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29871057"/>
              </p:ext>
            </p:extLst>
          </p:nvPr>
        </p:nvGraphicFramePr>
        <p:xfrm>
          <a:off x="263263" y="459453"/>
          <a:ext cx="11598738" cy="58916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44228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12D1E-3046-D830-B039-05045080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A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602FF-00EB-DC2D-26EC-24DDBEAD09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8000" y="767566"/>
            <a:ext cx="11858165" cy="6055665"/>
          </a:xfrm>
        </p:spPr>
        <p:txBody>
          <a:bodyPr vert="horz" lIns="91440" tIns="0" rIns="91440" bIns="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sz="2000" b="1" dirty="0"/>
              <a:t>Implementation Phase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Complete </a:t>
            </a:r>
            <a:r>
              <a:rPr lang="en-US" sz="2000" dirty="0" err="1"/>
              <a:t>PyPI</a:t>
            </a:r>
            <a:r>
              <a:rPr lang="en-US" sz="2000" dirty="0"/>
              <a:t> dataset construction. 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sz="2000" dirty="0" err="1"/>
              <a:t>Finalise</a:t>
            </a:r>
            <a:r>
              <a:rPr lang="en-US" sz="2000" dirty="0"/>
              <a:t> feature engineering and risk-scoring mechanisms. 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Prepare training and testing datasets. 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sz="2000" b="1" dirty="0"/>
              <a:t>Experimental Phase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Train Logistic Regression, Decision Tree and Random Forest models. 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Compare performance using Accuracy, Precision, Recall and F1-Score. 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Select the best-performing detection model. 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sz="2000" b="1" dirty="0"/>
              <a:t>Deployment Phase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Integrate the selected model into the </a:t>
            </a:r>
            <a:r>
              <a:rPr lang="en-US" sz="2000" dirty="0" err="1"/>
              <a:t>Streamlit</a:t>
            </a:r>
            <a:r>
              <a:rPr lang="en-US" sz="2000" dirty="0"/>
              <a:t> dashboard. 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Develop package analysis and risk </a:t>
            </a:r>
            <a:r>
              <a:rPr lang="en-US" sz="2000" dirty="0" err="1"/>
              <a:t>visualisation</a:t>
            </a:r>
            <a:r>
              <a:rPr lang="en-US" sz="2000" dirty="0"/>
              <a:t> features. 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sz="2000" b="1" dirty="0"/>
              <a:t>Final Deliverables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Automated suspicious package detection framework. 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Practical dashboard for developers and security analysts. 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Comprehensive evaluation demonstrating the effectiveness of machine learning for software supply chain attack detection.</a:t>
            </a:r>
          </a:p>
        </p:txBody>
      </p:sp>
    </p:spTree>
    <p:extLst>
      <p:ext uri="{BB962C8B-B14F-4D97-AF65-F5344CB8AC3E}">
        <p14:creationId xmlns:p14="http://schemas.microsoft.com/office/powerpoint/2010/main" val="3219584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06CE5-EE87-702C-D295-CED618CD0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References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7AA56-D2E6-AE9C-BE72-C2E3B38770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8000" y="767566"/>
            <a:ext cx="11808470" cy="605566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000" dirty="0" err="1"/>
              <a:t>Gokkaya</a:t>
            </a:r>
            <a:r>
              <a:rPr lang="en-GB" sz="2000" dirty="0"/>
              <a:t>, B., Aniello, L. and Halak, B. (2025). Software supply chain: A taxonomy of attacks, mitigations and risk assessment strategies. </a:t>
            </a:r>
            <a:r>
              <a:rPr lang="en-GB" sz="2000" i="1" dirty="0"/>
              <a:t>Journal of Information Security and Applications</a:t>
            </a:r>
            <a:r>
              <a:rPr lang="en-GB" sz="2000" dirty="0"/>
              <a:t>, [online] 97, p.104324. </a:t>
            </a:r>
            <a:r>
              <a:rPr lang="en-GB" sz="2000" dirty="0" err="1"/>
              <a:t>doi</a:t>
            </a:r>
            <a:r>
              <a:rPr lang="en-GB" sz="2000" dirty="0"/>
              <a:t>: </a:t>
            </a:r>
            <a:r>
              <a:rPr lang="en-GB" sz="2000" u="sng" dirty="0">
                <a:hlinkClick r:id="rId2"/>
              </a:rPr>
              <a:t>https://doi.org/10.1016/j.jisa.2025.104324</a:t>
            </a:r>
            <a:endParaRPr lang="en-IN" sz="2000" dirty="0"/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000" dirty="0"/>
              <a:t>Halder, S., </a:t>
            </a:r>
            <a:r>
              <a:rPr lang="en-GB" sz="2000" dirty="0" err="1"/>
              <a:t>Bewong</a:t>
            </a:r>
            <a:r>
              <a:rPr lang="en-GB" sz="2000" dirty="0"/>
              <a:t>, M., Arash Mahboubi, Jiang, Y., Islam, M.R., Islam, M.Z., Ip, R.H., Ahmed, M.E., Ramachandran, G.S. and Babar, M.A. (2024). Malicious Package Detection using Metadata Information. </a:t>
            </a:r>
            <a:r>
              <a:rPr lang="en-GB" sz="2000" i="1" dirty="0"/>
              <a:t>Proceedings of the ACM Web Conference 2022</a:t>
            </a:r>
            <a:r>
              <a:rPr lang="en-GB" sz="2000" dirty="0"/>
              <a:t>, pp.1779–1789. </a:t>
            </a:r>
            <a:r>
              <a:rPr lang="en-GB" sz="2000" dirty="0" err="1"/>
              <a:t>doi</a:t>
            </a:r>
            <a:r>
              <a:rPr lang="en-GB" sz="2000" dirty="0"/>
              <a:t>: </a:t>
            </a:r>
            <a:r>
              <a:rPr lang="en-GB" sz="2000" u="sng" dirty="0">
                <a:hlinkClick r:id="rId3"/>
              </a:rPr>
              <a:t>https://doi.org/10.1145/3589334.3645543</a:t>
            </a:r>
            <a:endParaRPr lang="en-IN" sz="2000" dirty="0"/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000" dirty="0"/>
              <a:t>Meder </a:t>
            </a:r>
            <a:r>
              <a:rPr lang="en-GB" sz="2000" dirty="0" err="1"/>
              <a:t>Kydyraliev</a:t>
            </a:r>
            <a:r>
              <a:rPr lang="en-GB" sz="2000" dirty="0"/>
              <a:t> (2024). </a:t>
            </a:r>
            <a:r>
              <a:rPr lang="en-GB" sz="2000" i="1" dirty="0"/>
              <a:t>Defender’s Perspective: Dependency Confusion and </a:t>
            </a:r>
            <a:r>
              <a:rPr lang="en-GB" sz="2000" i="1" dirty="0" err="1"/>
              <a:t>Typosquatting</a:t>
            </a:r>
            <a:r>
              <a:rPr lang="en-GB" sz="2000" i="1" dirty="0"/>
              <a:t> Attacks</a:t>
            </a:r>
            <a:r>
              <a:rPr lang="en-GB" sz="2000" dirty="0"/>
              <a:t>. [online] SLSA. Available at: </a:t>
            </a:r>
            <a:r>
              <a:rPr lang="en-GB" sz="2000" u="sng" dirty="0">
                <a:hlinkClick r:id="rId4"/>
              </a:rPr>
              <a:t>https://slsa.dev/blog/2024/08/dep-confusion-and-typosquatting</a:t>
            </a:r>
            <a:endParaRPr lang="en-IN" sz="2000" dirty="0"/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000" dirty="0"/>
              <a:t>Vu, M.-K., Nguyen, T.-C. and Vu, D.-L. (2025). POSTER:TYPOSQUATTING ATTACKS ON THE RUST ECOSYSTEM. </a:t>
            </a:r>
            <a:r>
              <a:rPr lang="en-GB" sz="2000" i="1" dirty="0"/>
              <a:t>Proceedings of the 20th ACM Asia Conference on Computer and Communications Security</a:t>
            </a:r>
            <a:r>
              <a:rPr lang="en-GB" sz="2000" dirty="0"/>
              <a:t>, pp.1791–1793. </a:t>
            </a:r>
            <a:r>
              <a:rPr lang="en-GB" sz="2000" dirty="0" err="1"/>
              <a:t>doi</a:t>
            </a:r>
            <a:r>
              <a:rPr lang="en-GB" sz="2000" dirty="0"/>
              <a:t>: </a:t>
            </a:r>
            <a:r>
              <a:rPr lang="en-GB" sz="2000" u="sng" dirty="0">
                <a:hlinkClick r:id="rId5"/>
              </a:rPr>
              <a:t>https://doi.org/10.1145/3708821.3735340</a:t>
            </a:r>
            <a:endParaRPr lang="en-IN" sz="2000" dirty="0"/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000" dirty="0"/>
              <a:t>Zhang, J., Huang, K., Huang, Y., Chen, B., Wang, R., Wang, C. and Peng, X. (2024). Killing Two Birds with One Stone: Malicious Package Detection in NPM and </a:t>
            </a:r>
            <a:r>
              <a:rPr lang="en-GB" sz="2000" dirty="0" err="1"/>
              <a:t>PyPI</a:t>
            </a:r>
            <a:r>
              <a:rPr lang="en-GB" sz="2000" dirty="0"/>
              <a:t> using a Single Model of Malicious </a:t>
            </a:r>
            <a:r>
              <a:rPr lang="en-GB" sz="2000" dirty="0" err="1"/>
              <a:t>Behavior</a:t>
            </a:r>
            <a:r>
              <a:rPr lang="en-GB" sz="2000" dirty="0"/>
              <a:t> Sequence. </a:t>
            </a:r>
            <a:r>
              <a:rPr lang="en-GB" sz="2000" i="1" dirty="0"/>
              <a:t>ACM Transactions on Software Engineering and Methodology</a:t>
            </a:r>
            <a:r>
              <a:rPr lang="en-GB" sz="2000" dirty="0"/>
              <a:t>. </a:t>
            </a:r>
            <a:r>
              <a:rPr lang="en-GB" sz="2000" dirty="0" err="1"/>
              <a:t>doi</a:t>
            </a:r>
            <a:r>
              <a:rPr lang="en-GB" sz="2000" dirty="0"/>
              <a:t>: </a:t>
            </a:r>
            <a:r>
              <a:rPr lang="en-GB" sz="2000" u="sng" dirty="0">
                <a:hlinkClick r:id="rId6"/>
              </a:rPr>
              <a:t>https://doi.org/10.1145/3705304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79400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1175</Words>
  <Application>Microsoft Office PowerPoint</Application>
  <PresentationFormat>Widescreen</PresentationFormat>
  <Paragraphs>110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Theme</vt:lpstr>
      <vt:lpstr>PowerPoint Presentation</vt:lpstr>
      <vt:lpstr>Outline</vt:lpstr>
      <vt:lpstr>Context</vt:lpstr>
      <vt:lpstr>Problem Statement - WHY</vt:lpstr>
      <vt:lpstr>Objective - WHAT</vt:lpstr>
      <vt:lpstr>Methodology - HOW</vt:lpstr>
      <vt:lpstr>Project Management</vt:lpstr>
      <vt:lpstr>Literature Review</vt:lpstr>
      <vt:lpstr>Next Steps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karimbouzoubaa@yahoo.com</dc:creator>
  <cp:lastModifiedBy>Durga Sai Kumar Katta</cp:lastModifiedBy>
  <cp:revision>2</cp:revision>
  <dcterms:created xsi:type="dcterms:W3CDTF">2024-06-20T10:19:17Z</dcterms:created>
  <dcterms:modified xsi:type="dcterms:W3CDTF">2026-06-22T06:54:58Z</dcterms:modified>
</cp:coreProperties>
</file>